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94" r:id="rId4"/>
    <p:sldMasterId id="2147484039" r:id="rId5"/>
  </p:sldMasterIdLst>
  <p:notesMasterIdLst>
    <p:notesMasterId r:id="rId12"/>
  </p:notesMasterIdLst>
  <p:handoutMasterIdLst>
    <p:handoutMasterId r:id="rId13"/>
  </p:handoutMasterIdLst>
  <p:sldIdLst>
    <p:sldId id="300000015" r:id="rId6"/>
    <p:sldId id="300000016" r:id="rId7"/>
    <p:sldId id="300000017" r:id="rId8"/>
    <p:sldId id="300000018" r:id="rId9"/>
    <p:sldId id="300000019" r:id="rId10"/>
    <p:sldId id="300000020" r:id="rId11"/>
  </p:sldIdLst>
  <p:sldSz cx="12192000" cy="6858000"/>
  <p:notesSz cx="6797675" cy="9926638"/>
  <p:embeddedFontLst>
    <p:embeddedFont>
      <p:font typeface="Manrope" charset="0"/>
      <p:regular r:id="rId14"/>
      <p:bold r:id="rId15"/>
    </p:embeddedFont>
    <p:embeddedFont>
      <p:font typeface="Manrope ExtraLight" charset="0"/>
      <p:regular r:id="rId16"/>
    </p:embeddedFont>
    <p:embeddedFont>
      <p:font typeface="Montserrat" panose="00000500000000000000" pitchFamily="2" charset="-52"/>
      <p:regular r:id="rId17"/>
      <p:bold r:id="rId18"/>
      <p:italic r:id="rId19"/>
      <p:boldItalic r:id="rId20"/>
    </p:embeddedFont>
  </p:embeddedFontLst>
  <p:custDataLst>
    <p:tags r:id="rId21"/>
  </p:custDataLst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54528A0-DA70-4D71-850E-7FB20B6B7891}">
          <p14:sldIdLst>
            <p14:sldId id="300000015"/>
            <p14:sldId id="300000016"/>
            <p14:sldId id="300000017"/>
            <p14:sldId id="300000018"/>
            <p14:sldId id="300000019"/>
            <p14:sldId id="300000020"/>
          </p14:sldIdLst>
        </p14:section>
        <p14:section name="В разработке" id="{0FC41576-4BCB-40AA-8B29-2B7B77DBED78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Maksimov" initials="KM" lastIdx="1" clrIdx="0">
    <p:extLst>
      <p:ext uri="{19B8F6BF-5375-455C-9EA6-DF929625EA0E}">
        <p15:presenceInfo xmlns:p15="http://schemas.microsoft.com/office/powerpoint/2012/main" userId="abcf470c7e259c20" providerId="Windows Live"/>
      </p:ext>
    </p:extLst>
  </p:cmAuthor>
  <p:cmAuthor id="2" name="Serov Andrey" initials="SA" lastIdx="1" clrIdx="1">
    <p:extLst>
      <p:ext uri="{19B8F6BF-5375-455C-9EA6-DF929625EA0E}">
        <p15:presenceInfo xmlns:p15="http://schemas.microsoft.com/office/powerpoint/2012/main" userId="S-1-5-21-2437565300-2024630967-1388371115-13921" providerId="AD"/>
      </p:ext>
    </p:extLst>
  </p:cmAuthor>
  <p:cmAuthor id="3" name="D.EXT Akindinova" initials="DA" lastIdx="1" clrIdx="2">
    <p:extLst>
      <p:ext uri="{19B8F6BF-5375-455C-9EA6-DF929625EA0E}">
        <p15:presenceInfo xmlns:p15="http://schemas.microsoft.com/office/powerpoint/2012/main" userId="S::d.ext.akindinova@cchellenic.com::bea44cd8-add5-48a5-8c18-02ee2f5f1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00FF"/>
    <a:srgbClr val="0F0016"/>
    <a:srgbClr val="6C00A2"/>
    <a:srgbClr val="000000"/>
    <a:srgbClr val="AD00FF"/>
    <a:srgbClr val="949598"/>
    <a:srgbClr val="FF9A3B"/>
    <a:srgbClr val="FD2956"/>
    <a:srgbClr val="E935FB"/>
    <a:srgbClr val="9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81679" autoAdjust="0"/>
  </p:normalViewPr>
  <p:slideViewPr>
    <p:cSldViewPr snapToGrid="0">
      <p:cViewPr varScale="1">
        <p:scale>
          <a:sx n="159" d="100"/>
          <a:sy n="159" d="100"/>
        </p:scale>
        <p:origin x="612" y="162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331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0B94C7-DC34-835A-394D-D7D7FD7CA0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39E-6F05-37EC-3B11-462B1D310A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LID4096"/>
              <a:t>05/02/2023</a:t>
            </a:r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F5967-0749-FA69-ECCC-9F112DBA7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02A52-FF9E-FFE9-4913-AED50E9343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71A32-2260-CA4D-BA4D-FAB8FE3C60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3297176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LID4096"/>
              <a:t>05/02/2023</a:t>
            </a:r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C6DEE-D1BE-1A41-91A5-0492654F7BE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52588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23316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8633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2994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073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1390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>
            <a:extLst>
              <a:ext uri="{FF2B5EF4-FFF2-40B4-BE49-F238E27FC236}">
                <a16:creationId xmlns:a16="http://schemas.microsoft.com/office/drawing/2014/main" id="{001F0082-5B08-4A8C-A263-1296E2A6DF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6273" y="16721"/>
            <a:ext cx="9577789" cy="6841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93595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61DEC2-FF0B-5B18-F5F3-2DC5888BD45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5938" y="3235605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938" y="4047694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grpSp>
        <p:nvGrpSpPr>
          <p:cNvPr id="9" name="Group 26">
            <a:extLst>
              <a:ext uri="{FF2B5EF4-FFF2-40B4-BE49-F238E27FC236}">
                <a16:creationId xmlns:a16="http://schemas.microsoft.com/office/drawing/2014/main" id="{115DC5ED-DDF0-4AA8-826A-314435987FD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15938" y="5753101"/>
            <a:ext cx="2255028" cy="514350"/>
            <a:chOff x="6588" y="108"/>
            <a:chExt cx="890" cy="203"/>
          </a:xfrm>
        </p:grpSpPr>
        <p:sp>
          <p:nvSpPr>
            <p:cNvPr id="11" name="AutoShape 25">
              <a:extLst>
                <a:ext uri="{FF2B5EF4-FFF2-40B4-BE49-F238E27FC236}">
                  <a16:creationId xmlns:a16="http://schemas.microsoft.com/office/drawing/2014/main" id="{01CF4C16-2612-4260-A65C-8E937ABEC1E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DECF4A4E-8412-4D28-ABCB-E8B568042F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99A1826E-D3ED-498F-8CFC-4932C41B8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29">
              <a:extLst>
                <a:ext uri="{FF2B5EF4-FFF2-40B4-BE49-F238E27FC236}">
                  <a16:creationId xmlns:a16="http://schemas.microsoft.com/office/drawing/2014/main" id="{D31DAF75-8EA4-4399-878C-4250E676C1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73FCA52F-F340-4A78-9BDD-6DE7433DEF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B738C89F-DDD2-489C-811E-C1295583C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8B0191D6-D928-44B4-BDBF-7114FD54A5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33">
              <a:extLst>
                <a:ext uri="{FF2B5EF4-FFF2-40B4-BE49-F238E27FC236}">
                  <a16:creationId xmlns:a16="http://schemas.microsoft.com/office/drawing/2014/main" id="{A30F0500-3C5D-45F1-8B0A-DBCDBD80D9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Freeform 34">
              <a:extLst>
                <a:ext uri="{FF2B5EF4-FFF2-40B4-BE49-F238E27FC236}">
                  <a16:creationId xmlns:a16="http://schemas.microsoft.com/office/drawing/2014/main" id="{19671FAF-A30C-4426-8A01-50CA862C8F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8648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pp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A9646F4-281B-45EE-B58B-E77DC550148C}"/>
              </a:ext>
            </a:extLst>
          </p:cNvPr>
          <p:cNvGrpSpPr/>
          <p:nvPr userDrawn="1"/>
        </p:nvGrpSpPr>
        <p:grpSpPr>
          <a:xfrm>
            <a:off x="0" y="-1"/>
            <a:ext cx="12206305" cy="6867593"/>
            <a:chOff x="0" y="-1"/>
            <a:chExt cx="12206305" cy="6867593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7DAC9A87-75DD-44F4-83F1-3F28E279CA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1"/>
              <a:ext cx="12192017" cy="685806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6CBEE2-77B7-4682-8AA1-6959CC41CA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1"/>
              <a:ext cx="12206305" cy="6867593"/>
            </a:xfrm>
            <a:custGeom>
              <a:avLst/>
              <a:gdLst>
                <a:gd name="T0" fmla="*/ 0 w 12800"/>
                <a:gd name="T1" fmla="*/ 7199 h 7199"/>
                <a:gd name="T2" fmla="*/ 0 w 12800"/>
                <a:gd name="T3" fmla="*/ 7199 h 7199"/>
                <a:gd name="T4" fmla="*/ 12800 w 12800"/>
                <a:gd name="T5" fmla="*/ 7199 h 7199"/>
                <a:gd name="T6" fmla="*/ 12800 w 12800"/>
                <a:gd name="T7" fmla="*/ 0 h 7199"/>
                <a:gd name="T8" fmla="*/ 0 w 12800"/>
                <a:gd name="T9" fmla="*/ 0 h 7199"/>
                <a:gd name="T10" fmla="*/ 0 w 12800"/>
                <a:gd name="T11" fmla="*/ 7199 h 7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00" h="7199">
                  <a:moveTo>
                    <a:pt x="0" y="7199"/>
                  </a:moveTo>
                  <a:lnTo>
                    <a:pt x="0" y="7199"/>
                  </a:lnTo>
                  <a:lnTo>
                    <a:pt x="12800" y="7199"/>
                  </a:lnTo>
                  <a:lnTo>
                    <a:pt x="12800" y="0"/>
                  </a:lnTo>
                  <a:lnTo>
                    <a:pt x="0" y="0"/>
                  </a:lnTo>
                  <a:lnTo>
                    <a:pt x="0" y="71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159E346-233C-405F-AADF-3F2D59B8D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20024" y="522292"/>
              <a:ext cx="669926" cy="688982"/>
            </a:xfrm>
            <a:custGeom>
              <a:avLst/>
              <a:gdLst>
                <a:gd name="T0" fmla="*/ 703 w 703"/>
                <a:gd name="T1" fmla="*/ 723 h 723"/>
                <a:gd name="T2" fmla="*/ 703 w 703"/>
                <a:gd name="T3" fmla="*/ 723 h 723"/>
                <a:gd name="T4" fmla="*/ 0 w 703"/>
                <a:gd name="T5" fmla="*/ 723 h 723"/>
                <a:gd name="T6" fmla="*/ 0 w 703"/>
                <a:gd name="T7" fmla="*/ 0 h 723"/>
                <a:gd name="T8" fmla="*/ 703 w 703"/>
                <a:gd name="T9" fmla="*/ 0 h 723"/>
                <a:gd name="T10" fmla="*/ 703 w 703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3" h="723">
                  <a:moveTo>
                    <a:pt x="703" y="723"/>
                  </a:moveTo>
                  <a:lnTo>
                    <a:pt x="703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3" y="0"/>
                  </a:lnTo>
                  <a:lnTo>
                    <a:pt x="703" y="72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ECA8188-4F4D-4432-BB58-0B4CDC6E1A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23237" y="760419"/>
              <a:ext cx="60325" cy="328616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5316F25-8AC7-4CE4-B0FF-D945D46CB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299" y="835032"/>
              <a:ext cx="247650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6 w 259"/>
                <a:gd name="T5" fmla="*/ 12 h 266"/>
                <a:gd name="T6" fmla="*/ 150 w 259"/>
                <a:gd name="T7" fmla="*/ 0 h 266"/>
                <a:gd name="T8" fmla="*/ 89 w 259"/>
                <a:gd name="T9" fmla="*/ 14 h 266"/>
                <a:gd name="T10" fmla="*/ 59 w 259"/>
                <a:gd name="T11" fmla="*/ 38 h 266"/>
                <a:gd name="T12" fmla="*/ 59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2 w 259"/>
                <a:gd name="T19" fmla="*/ 266 h 266"/>
                <a:gd name="T20" fmla="*/ 62 w 259"/>
                <a:gd name="T21" fmla="*/ 133 h 266"/>
                <a:gd name="T22" fmla="*/ 71 w 259"/>
                <a:gd name="T23" fmla="*/ 89 h 266"/>
                <a:gd name="T24" fmla="*/ 97 w 259"/>
                <a:gd name="T25" fmla="*/ 63 h 266"/>
                <a:gd name="T26" fmla="*/ 135 w 259"/>
                <a:gd name="T27" fmla="*/ 54 h 266"/>
                <a:gd name="T28" fmla="*/ 181 w 259"/>
                <a:gd name="T29" fmla="*/ 71 h 266"/>
                <a:gd name="T30" fmla="*/ 198 w 259"/>
                <a:gd name="T31" fmla="*/ 123 h 266"/>
                <a:gd name="T32" fmla="*/ 198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6" y="33"/>
                    <a:pt x="223" y="21"/>
                    <a:pt x="206" y="12"/>
                  </a:cubicBezTo>
                  <a:cubicBezTo>
                    <a:pt x="189" y="4"/>
                    <a:pt x="171" y="0"/>
                    <a:pt x="150" y="0"/>
                  </a:cubicBezTo>
                  <a:cubicBezTo>
                    <a:pt x="127" y="0"/>
                    <a:pt x="106" y="5"/>
                    <a:pt x="89" y="14"/>
                  </a:cubicBezTo>
                  <a:cubicBezTo>
                    <a:pt x="77" y="20"/>
                    <a:pt x="67" y="28"/>
                    <a:pt x="59" y="38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1"/>
                    <a:pt x="71" y="89"/>
                  </a:cubicBezTo>
                  <a:cubicBezTo>
                    <a:pt x="77" y="77"/>
                    <a:pt x="86" y="69"/>
                    <a:pt x="97" y="63"/>
                  </a:cubicBezTo>
                  <a:cubicBezTo>
                    <a:pt x="108" y="57"/>
                    <a:pt x="121" y="54"/>
                    <a:pt x="135" y="54"/>
                  </a:cubicBezTo>
                  <a:cubicBezTo>
                    <a:pt x="155" y="54"/>
                    <a:pt x="170" y="60"/>
                    <a:pt x="181" y="71"/>
                  </a:cubicBezTo>
                  <a:cubicBezTo>
                    <a:pt x="192" y="83"/>
                    <a:pt x="198" y="100"/>
                    <a:pt x="198" y="123"/>
                  </a:cubicBezTo>
                  <a:lnTo>
                    <a:pt x="198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9"/>
                    <a:pt x="255" y="67"/>
                    <a:pt x="245" y="5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691E1DE-2A9E-482A-A0EC-F0599C44C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12175" y="782644"/>
              <a:ext cx="184150" cy="311153"/>
            </a:xfrm>
            <a:custGeom>
              <a:avLst/>
              <a:gdLst>
                <a:gd name="T0" fmla="*/ 141 w 193"/>
                <a:gd name="T1" fmla="*/ 274 h 325"/>
                <a:gd name="T2" fmla="*/ 141 w 193"/>
                <a:gd name="T3" fmla="*/ 274 h 325"/>
                <a:gd name="T4" fmla="*/ 114 w 193"/>
                <a:gd name="T5" fmla="*/ 263 h 325"/>
                <a:gd name="T6" fmla="*/ 105 w 193"/>
                <a:gd name="T7" fmla="*/ 234 h 325"/>
                <a:gd name="T8" fmla="*/ 105 w 193"/>
                <a:gd name="T9" fmla="*/ 109 h 325"/>
                <a:gd name="T10" fmla="*/ 175 w 193"/>
                <a:gd name="T11" fmla="*/ 109 h 325"/>
                <a:gd name="T12" fmla="*/ 175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3 w 193"/>
                <a:gd name="T19" fmla="*/ 0 h 325"/>
                <a:gd name="T20" fmla="*/ 43 w 193"/>
                <a:gd name="T21" fmla="*/ 60 h 325"/>
                <a:gd name="T22" fmla="*/ 0 w 193"/>
                <a:gd name="T23" fmla="*/ 60 h 325"/>
                <a:gd name="T24" fmla="*/ 0 w 193"/>
                <a:gd name="T25" fmla="*/ 109 h 325"/>
                <a:gd name="T26" fmla="*/ 43 w 193"/>
                <a:gd name="T27" fmla="*/ 109 h 325"/>
                <a:gd name="T28" fmla="*/ 43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6 w 193"/>
                <a:gd name="T35" fmla="*/ 320 h 325"/>
                <a:gd name="T36" fmla="*/ 193 w 193"/>
                <a:gd name="T37" fmla="*/ 307 h 325"/>
                <a:gd name="T38" fmla="*/ 175 w 193"/>
                <a:gd name="T39" fmla="*/ 263 h 325"/>
                <a:gd name="T40" fmla="*/ 141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1" y="274"/>
                  </a:moveTo>
                  <a:lnTo>
                    <a:pt x="141" y="274"/>
                  </a:lnTo>
                  <a:cubicBezTo>
                    <a:pt x="130" y="274"/>
                    <a:pt x="121" y="270"/>
                    <a:pt x="114" y="263"/>
                  </a:cubicBezTo>
                  <a:cubicBezTo>
                    <a:pt x="108" y="257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5" y="109"/>
                  </a:lnTo>
                  <a:lnTo>
                    <a:pt x="175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3" y="0"/>
                  </a:lnTo>
                  <a:lnTo>
                    <a:pt x="43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3" y="109"/>
                  </a:lnTo>
                  <a:lnTo>
                    <a:pt x="43" y="236"/>
                  </a:lnTo>
                  <a:cubicBezTo>
                    <a:pt x="43" y="265"/>
                    <a:pt x="51" y="287"/>
                    <a:pt x="67" y="302"/>
                  </a:cubicBezTo>
                  <a:cubicBezTo>
                    <a:pt x="82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6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5" y="263"/>
                  </a:lnTo>
                  <a:cubicBezTo>
                    <a:pt x="166" y="270"/>
                    <a:pt x="155" y="274"/>
                    <a:pt x="141" y="27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F06F7A8A-9FE4-4BA6-8029-F566B8BF8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601087" y="835032"/>
              <a:ext cx="257175" cy="258765"/>
            </a:xfrm>
            <a:custGeom>
              <a:avLst/>
              <a:gdLst>
                <a:gd name="T0" fmla="*/ 70 w 269"/>
                <a:gd name="T1" fmla="*/ 87 h 270"/>
                <a:gd name="T2" fmla="*/ 70 w 269"/>
                <a:gd name="T3" fmla="*/ 87 h 270"/>
                <a:gd name="T4" fmla="*/ 96 w 269"/>
                <a:gd name="T5" fmla="*/ 59 h 270"/>
                <a:gd name="T6" fmla="*/ 136 w 269"/>
                <a:gd name="T7" fmla="*/ 49 h 270"/>
                <a:gd name="T8" fmla="*/ 175 w 269"/>
                <a:gd name="T9" fmla="*/ 59 h 270"/>
                <a:gd name="T10" fmla="*/ 202 w 269"/>
                <a:gd name="T11" fmla="*/ 86 h 270"/>
                <a:gd name="T12" fmla="*/ 211 w 269"/>
                <a:gd name="T13" fmla="*/ 113 h 270"/>
                <a:gd name="T14" fmla="*/ 62 w 269"/>
                <a:gd name="T15" fmla="*/ 113 h 270"/>
                <a:gd name="T16" fmla="*/ 70 w 269"/>
                <a:gd name="T17" fmla="*/ 87 h 270"/>
                <a:gd name="T18" fmla="*/ 205 w 269"/>
                <a:gd name="T19" fmla="*/ 17 h 270"/>
                <a:gd name="T20" fmla="*/ 205 w 269"/>
                <a:gd name="T21" fmla="*/ 17 h 270"/>
                <a:gd name="T22" fmla="*/ 136 w 269"/>
                <a:gd name="T23" fmla="*/ 0 h 270"/>
                <a:gd name="T24" fmla="*/ 66 w 269"/>
                <a:gd name="T25" fmla="*/ 17 h 270"/>
                <a:gd name="T26" fmla="*/ 18 w 269"/>
                <a:gd name="T27" fmla="*/ 65 h 270"/>
                <a:gd name="T28" fmla="*/ 0 w 269"/>
                <a:gd name="T29" fmla="*/ 135 h 270"/>
                <a:gd name="T30" fmla="*/ 18 w 269"/>
                <a:gd name="T31" fmla="*/ 204 h 270"/>
                <a:gd name="T32" fmla="*/ 69 w 269"/>
                <a:gd name="T33" fmla="*/ 252 h 270"/>
                <a:gd name="T34" fmla="*/ 145 w 269"/>
                <a:gd name="T35" fmla="*/ 270 h 270"/>
                <a:gd name="T36" fmla="*/ 207 w 269"/>
                <a:gd name="T37" fmla="*/ 258 h 270"/>
                <a:gd name="T38" fmla="*/ 251 w 269"/>
                <a:gd name="T39" fmla="*/ 227 h 270"/>
                <a:gd name="T40" fmla="*/ 218 w 269"/>
                <a:gd name="T41" fmla="*/ 189 h 270"/>
                <a:gd name="T42" fmla="*/ 187 w 269"/>
                <a:gd name="T43" fmla="*/ 210 h 270"/>
                <a:gd name="T44" fmla="*/ 147 w 269"/>
                <a:gd name="T45" fmla="*/ 217 h 270"/>
                <a:gd name="T46" fmla="*/ 102 w 269"/>
                <a:gd name="T47" fmla="*/ 208 h 270"/>
                <a:gd name="T48" fmla="*/ 71 w 269"/>
                <a:gd name="T49" fmla="*/ 179 h 270"/>
                <a:gd name="T50" fmla="*/ 62 w 269"/>
                <a:gd name="T51" fmla="*/ 154 h 270"/>
                <a:gd name="T52" fmla="*/ 268 w 269"/>
                <a:gd name="T53" fmla="*/ 154 h 270"/>
                <a:gd name="T54" fmla="*/ 269 w 269"/>
                <a:gd name="T55" fmla="*/ 145 h 270"/>
                <a:gd name="T56" fmla="*/ 269 w 269"/>
                <a:gd name="T57" fmla="*/ 136 h 270"/>
                <a:gd name="T58" fmla="*/ 252 w 269"/>
                <a:gd name="T59" fmla="*/ 64 h 270"/>
                <a:gd name="T60" fmla="*/ 205 w 269"/>
                <a:gd name="T61" fmla="*/ 1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70" y="87"/>
                  </a:moveTo>
                  <a:lnTo>
                    <a:pt x="70" y="87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8" y="53"/>
                    <a:pt x="121" y="49"/>
                    <a:pt x="136" y="49"/>
                  </a:cubicBezTo>
                  <a:cubicBezTo>
                    <a:pt x="151" y="49"/>
                    <a:pt x="164" y="53"/>
                    <a:pt x="175" y="59"/>
                  </a:cubicBezTo>
                  <a:cubicBezTo>
                    <a:pt x="187" y="66"/>
                    <a:pt x="196" y="75"/>
                    <a:pt x="202" y="86"/>
                  </a:cubicBezTo>
                  <a:cubicBezTo>
                    <a:pt x="207" y="94"/>
                    <a:pt x="210" y="104"/>
                    <a:pt x="211" y="113"/>
                  </a:cubicBezTo>
                  <a:lnTo>
                    <a:pt x="62" y="113"/>
                  </a:lnTo>
                  <a:cubicBezTo>
                    <a:pt x="63" y="104"/>
                    <a:pt x="66" y="94"/>
                    <a:pt x="70" y="87"/>
                  </a:cubicBezTo>
                  <a:close/>
                  <a:moveTo>
                    <a:pt x="205" y="17"/>
                  </a:moveTo>
                  <a:lnTo>
                    <a:pt x="205" y="17"/>
                  </a:lnTo>
                  <a:cubicBezTo>
                    <a:pt x="185" y="6"/>
                    <a:pt x="162" y="0"/>
                    <a:pt x="136" y="0"/>
                  </a:cubicBezTo>
                  <a:cubicBezTo>
                    <a:pt x="110" y="0"/>
                    <a:pt x="86" y="6"/>
                    <a:pt x="66" y="17"/>
                  </a:cubicBezTo>
                  <a:cubicBezTo>
                    <a:pt x="45" y="29"/>
                    <a:pt x="29" y="45"/>
                    <a:pt x="18" y="65"/>
                  </a:cubicBezTo>
                  <a:cubicBezTo>
                    <a:pt x="6" y="85"/>
                    <a:pt x="0" y="108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1" y="264"/>
                    <a:pt x="116" y="270"/>
                    <a:pt x="145" y="270"/>
                  </a:cubicBezTo>
                  <a:cubicBezTo>
                    <a:pt x="168" y="270"/>
                    <a:pt x="189" y="266"/>
                    <a:pt x="207" y="258"/>
                  </a:cubicBezTo>
                  <a:cubicBezTo>
                    <a:pt x="225" y="251"/>
                    <a:pt x="240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9" y="206"/>
                    <a:pt x="187" y="210"/>
                  </a:cubicBezTo>
                  <a:cubicBezTo>
                    <a:pt x="175" y="215"/>
                    <a:pt x="162" y="217"/>
                    <a:pt x="147" y="217"/>
                  </a:cubicBezTo>
                  <a:cubicBezTo>
                    <a:pt x="130" y="217"/>
                    <a:pt x="115" y="214"/>
                    <a:pt x="102" y="208"/>
                  </a:cubicBezTo>
                  <a:cubicBezTo>
                    <a:pt x="88" y="201"/>
                    <a:pt x="78" y="192"/>
                    <a:pt x="71" y="179"/>
                  </a:cubicBezTo>
                  <a:cubicBezTo>
                    <a:pt x="67" y="172"/>
                    <a:pt x="64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9" y="148"/>
                    <a:pt x="269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8"/>
                    <a:pt x="263" y="85"/>
                    <a:pt x="252" y="64"/>
                  </a:cubicBezTo>
                  <a:cubicBezTo>
                    <a:pt x="240" y="44"/>
                    <a:pt x="225" y="28"/>
                    <a:pt x="205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191344D1-1A5F-4F6F-812C-A8AD8E491E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99538" y="747719"/>
              <a:ext cx="60325" cy="349253"/>
            </a:xfrm>
            <a:custGeom>
              <a:avLst/>
              <a:gdLst>
                <a:gd name="T0" fmla="*/ 0 w 62"/>
                <a:gd name="T1" fmla="*/ 366 h 366"/>
                <a:gd name="T2" fmla="*/ 0 w 62"/>
                <a:gd name="T3" fmla="*/ 366 h 366"/>
                <a:gd name="T4" fmla="*/ 62 w 62"/>
                <a:gd name="T5" fmla="*/ 366 h 366"/>
                <a:gd name="T6" fmla="*/ 62 w 62"/>
                <a:gd name="T7" fmla="*/ 0 h 366"/>
                <a:gd name="T8" fmla="*/ 0 w 62"/>
                <a:gd name="T9" fmla="*/ 0 h 366"/>
                <a:gd name="T10" fmla="*/ 0 w 62"/>
                <a:gd name="T11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366">
                  <a:moveTo>
                    <a:pt x="0" y="366"/>
                  </a:moveTo>
                  <a:lnTo>
                    <a:pt x="0" y="366"/>
                  </a:lnTo>
                  <a:lnTo>
                    <a:pt x="62" y="366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2FDA0BF4-C1BD-4C32-9FB2-6699A88EE9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21775" y="747719"/>
              <a:ext cx="58738" cy="349253"/>
            </a:xfrm>
            <a:custGeom>
              <a:avLst/>
              <a:gdLst>
                <a:gd name="T0" fmla="*/ 0 w 61"/>
                <a:gd name="T1" fmla="*/ 366 h 366"/>
                <a:gd name="T2" fmla="*/ 0 w 61"/>
                <a:gd name="T3" fmla="*/ 366 h 366"/>
                <a:gd name="T4" fmla="*/ 61 w 61"/>
                <a:gd name="T5" fmla="*/ 366 h 366"/>
                <a:gd name="T6" fmla="*/ 61 w 61"/>
                <a:gd name="T7" fmla="*/ 0 h 366"/>
                <a:gd name="T8" fmla="*/ 0 w 61"/>
                <a:gd name="T9" fmla="*/ 0 h 366"/>
                <a:gd name="T10" fmla="*/ 0 w 61"/>
                <a:gd name="T11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66">
                  <a:moveTo>
                    <a:pt x="0" y="366"/>
                  </a:moveTo>
                  <a:lnTo>
                    <a:pt x="0" y="366"/>
                  </a:lnTo>
                  <a:lnTo>
                    <a:pt x="61" y="366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32A4E732-943D-4D3A-AF55-7CA948C5CC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36076" y="733431"/>
              <a:ext cx="74613" cy="71438"/>
            </a:xfrm>
            <a:custGeom>
              <a:avLst/>
              <a:gdLst>
                <a:gd name="T0" fmla="*/ 40 w 79"/>
                <a:gd name="T1" fmla="*/ 0 h 74"/>
                <a:gd name="T2" fmla="*/ 40 w 79"/>
                <a:gd name="T3" fmla="*/ 0 h 74"/>
                <a:gd name="T4" fmla="*/ 11 w 79"/>
                <a:gd name="T5" fmla="*/ 11 h 74"/>
                <a:gd name="T6" fmla="*/ 0 w 79"/>
                <a:gd name="T7" fmla="*/ 37 h 74"/>
                <a:gd name="T8" fmla="*/ 11 w 79"/>
                <a:gd name="T9" fmla="*/ 64 h 74"/>
                <a:gd name="T10" fmla="*/ 40 w 79"/>
                <a:gd name="T11" fmla="*/ 74 h 74"/>
                <a:gd name="T12" fmla="*/ 68 w 79"/>
                <a:gd name="T13" fmla="*/ 63 h 74"/>
                <a:gd name="T14" fmla="*/ 79 w 79"/>
                <a:gd name="T15" fmla="*/ 36 h 74"/>
                <a:gd name="T16" fmla="*/ 68 w 79"/>
                <a:gd name="T17" fmla="*/ 11 h 74"/>
                <a:gd name="T18" fmla="*/ 40 w 79"/>
                <a:gd name="T1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4">
                  <a:moveTo>
                    <a:pt x="40" y="0"/>
                  </a:moveTo>
                  <a:lnTo>
                    <a:pt x="40" y="0"/>
                  </a:lnTo>
                  <a:cubicBezTo>
                    <a:pt x="28" y="0"/>
                    <a:pt x="19" y="4"/>
                    <a:pt x="11" y="11"/>
                  </a:cubicBezTo>
                  <a:cubicBezTo>
                    <a:pt x="4" y="18"/>
                    <a:pt x="0" y="27"/>
                    <a:pt x="0" y="37"/>
                  </a:cubicBezTo>
                  <a:cubicBezTo>
                    <a:pt x="0" y="48"/>
                    <a:pt x="4" y="56"/>
                    <a:pt x="11" y="64"/>
                  </a:cubicBezTo>
                  <a:cubicBezTo>
                    <a:pt x="19" y="71"/>
                    <a:pt x="28" y="74"/>
                    <a:pt x="40" y="74"/>
                  </a:cubicBezTo>
                  <a:cubicBezTo>
                    <a:pt x="51" y="74"/>
                    <a:pt x="61" y="71"/>
                    <a:pt x="68" y="63"/>
                  </a:cubicBezTo>
                  <a:cubicBezTo>
                    <a:pt x="75" y="56"/>
                    <a:pt x="79" y="47"/>
                    <a:pt x="79" y="36"/>
                  </a:cubicBezTo>
                  <a:cubicBezTo>
                    <a:pt x="79" y="26"/>
                    <a:pt x="75" y="17"/>
                    <a:pt x="68" y="11"/>
                  </a:cubicBezTo>
                  <a:cubicBezTo>
                    <a:pt x="60" y="4"/>
                    <a:pt x="51" y="0"/>
                    <a:pt x="4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E212749-ED6B-47C6-93FF-23578915D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44013" y="846145"/>
              <a:ext cx="58738" cy="250827"/>
            </a:xfrm>
            <a:custGeom>
              <a:avLst/>
              <a:gdLst>
                <a:gd name="T0" fmla="*/ 0 w 61"/>
                <a:gd name="T1" fmla="*/ 263 h 263"/>
                <a:gd name="T2" fmla="*/ 0 w 61"/>
                <a:gd name="T3" fmla="*/ 263 h 263"/>
                <a:gd name="T4" fmla="*/ 61 w 61"/>
                <a:gd name="T5" fmla="*/ 263 h 263"/>
                <a:gd name="T6" fmla="*/ 61 w 61"/>
                <a:gd name="T7" fmla="*/ 0 h 263"/>
                <a:gd name="T8" fmla="*/ 0 w 61"/>
                <a:gd name="T9" fmla="*/ 0 h 263"/>
                <a:gd name="T10" fmla="*/ 0 w 61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263">
                  <a:moveTo>
                    <a:pt x="0" y="263"/>
                  </a:moveTo>
                  <a:lnTo>
                    <a:pt x="0" y="263"/>
                  </a:lnTo>
                  <a:lnTo>
                    <a:pt x="61" y="263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26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9F8CE98-C6F3-4B62-8583-1AABC33C54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44026" y="842970"/>
              <a:ext cx="269875" cy="349253"/>
            </a:xfrm>
            <a:custGeom>
              <a:avLst/>
              <a:gdLst>
                <a:gd name="T0" fmla="*/ 212 w 283"/>
                <a:gd name="T1" fmla="*/ 165 h 365"/>
                <a:gd name="T2" fmla="*/ 212 w 283"/>
                <a:gd name="T3" fmla="*/ 165 h 365"/>
                <a:gd name="T4" fmla="*/ 184 w 283"/>
                <a:gd name="T5" fmla="*/ 192 h 365"/>
                <a:gd name="T6" fmla="*/ 143 w 283"/>
                <a:gd name="T7" fmla="*/ 202 h 365"/>
                <a:gd name="T8" fmla="*/ 101 w 283"/>
                <a:gd name="T9" fmla="*/ 192 h 365"/>
                <a:gd name="T10" fmla="*/ 73 w 283"/>
                <a:gd name="T11" fmla="*/ 165 h 365"/>
                <a:gd name="T12" fmla="*/ 62 w 283"/>
                <a:gd name="T13" fmla="*/ 126 h 365"/>
                <a:gd name="T14" fmla="*/ 73 w 283"/>
                <a:gd name="T15" fmla="*/ 87 h 365"/>
                <a:gd name="T16" fmla="*/ 101 w 283"/>
                <a:gd name="T17" fmla="*/ 61 h 365"/>
                <a:gd name="T18" fmla="*/ 143 w 283"/>
                <a:gd name="T19" fmla="*/ 52 h 365"/>
                <a:gd name="T20" fmla="*/ 184 w 283"/>
                <a:gd name="T21" fmla="*/ 61 h 365"/>
                <a:gd name="T22" fmla="*/ 212 w 283"/>
                <a:gd name="T23" fmla="*/ 87 h 365"/>
                <a:gd name="T24" fmla="*/ 223 w 283"/>
                <a:gd name="T25" fmla="*/ 126 h 365"/>
                <a:gd name="T26" fmla="*/ 212 w 283"/>
                <a:gd name="T27" fmla="*/ 165 h 365"/>
                <a:gd name="T28" fmla="*/ 224 w 283"/>
                <a:gd name="T29" fmla="*/ 38 h 365"/>
                <a:gd name="T30" fmla="*/ 224 w 283"/>
                <a:gd name="T31" fmla="*/ 38 h 365"/>
                <a:gd name="T32" fmla="*/ 193 w 283"/>
                <a:gd name="T33" fmla="*/ 13 h 365"/>
                <a:gd name="T34" fmla="*/ 133 w 283"/>
                <a:gd name="T35" fmla="*/ 0 h 365"/>
                <a:gd name="T36" fmla="*/ 66 w 283"/>
                <a:gd name="T37" fmla="*/ 15 h 365"/>
                <a:gd name="T38" fmla="*/ 18 w 283"/>
                <a:gd name="T39" fmla="*/ 60 h 365"/>
                <a:gd name="T40" fmla="*/ 0 w 283"/>
                <a:gd name="T41" fmla="*/ 126 h 365"/>
                <a:gd name="T42" fmla="*/ 18 w 283"/>
                <a:gd name="T43" fmla="*/ 193 h 365"/>
                <a:gd name="T44" fmla="*/ 66 w 283"/>
                <a:gd name="T45" fmla="*/ 238 h 365"/>
                <a:gd name="T46" fmla="*/ 133 w 283"/>
                <a:gd name="T47" fmla="*/ 254 h 365"/>
                <a:gd name="T48" fmla="*/ 193 w 283"/>
                <a:gd name="T49" fmla="*/ 240 h 365"/>
                <a:gd name="T50" fmla="*/ 222 w 283"/>
                <a:gd name="T51" fmla="*/ 218 h 365"/>
                <a:gd name="T52" fmla="*/ 222 w 283"/>
                <a:gd name="T53" fmla="*/ 233 h 365"/>
                <a:gd name="T54" fmla="*/ 201 w 283"/>
                <a:gd name="T55" fmla="*/ 293 h 365"/>
                <a:gd name="T56" fmla="*/ 138 w 283"/>
                <a:gd name="T57" fmla="*/ 312 h 365"/>
                <a:gd name="T58" fmla="*/ 84 w 283"/>
                <a:gd name="T59" fmla="*/ 304 h 365"/>
                <a:gd name="T60" fmla="*/ 41 w 283"/>
                <a:gd name="T61" fmla="*/ 281 h 365"/>
                <a:gd name="T62" fmla="*/ 13 w 283"/>
                <a:gd name="T63" fmla="*/ 327 h 365"/>
                <a:gd name="T64" fmla="*/ 70 w 283"/>
                <a:gd name="T65" fmla="*/ 355 h 365"/>
                <a:gd name="T66" fmla="*/ 141 w 283"/>
                <a:gd name="T67" fmla="*/ 365 h 365"/>
                <a:gd name="T68" fmla="*/ 247 w 283"/>
                <a:gd name="T69" fmla="*/ 331 h 365"/>
                <a:gd name="T70" fmla="*/ 283 w 283"/>
                <a:gd name="T71" fmla="*/ 226 h 365"/>
                <a:gd name="T72" fmla="*/ 283 w 283"/>
                <a:gd name="T73" fmla="*/ 3 h 365"/>
                <a:gd name="T74" fmla="*/ 224 w 283"/>
                <a:gd name="T75" fmla="*/ 3 h 365"/>
                <a:gd name="T76" fmla="*/ 224 w 283"/>
                <a:gd name="T77" fmla="*/ 3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3" h="365">
                  <a:moveTo>
                    <a:pt x="212" y="165"/>
                  </a:moveTo>
                  <a:lnTo>
                    <a:pt x="212" y="165"/>
                  </a:lnTo>
                  <a:cubicBezTo>
                    <a:pt x="206" y="177"/>
                    <a:pt x="196" y="186"/>
                    <a:pt x="184" y="192"/>
                  </a:cubicBezTo>
                  <a:cubicBezTo>
                    <a:pt x="172" y="198"/>
                    <a:pt x="158" y="202"/>
                    <a:pt x="143" y="202"/>
                  </a:cubicBezTo>
                  <a:cubicBezTo>
                    <a:pt x="127" y="202"/>
                    <a:pt x="113" y="198"/>
                    <a:pt x="101" y="192"/>
                  </a:cubicBezTo>
                  <a:cubicBezTo>
                    <a:pt x="89" y="186"/>
                    <a:pt x="79" y="177"/>
                    <a:pt x="73" y="165"/>
                  </a:cubicBezTo>
                  <a:cubicBezTo>
                    <a:pt x="66" y="154"/>
                    <a:pt x="62" y="141"/>
                    <a:pt x="62" y="126"/>
                  </a:cubicBezTo>
                  <a:cubicBezTo>
                    <a:pt x="62" y="112"/>
                    <a:pt x="66" y="98"/>
                    <a:pt x="73" y="87"/>
                  </a:cubicBezTo>
                  <a:cubicBezTo>
                    <a:pt x="79" y="76"/>
                    <a:pt x="89" y="67"/>
                    <a:pt x="101" y="61"/>
                  </a:cubicBezTo>
                  <a:cubicBezTo>
                    <a:pt x="113" y="55"/>
                    <a:pt x="127" y="52"/>
                    <a:pt x="143" y="52"/>
                  </a:cubicBezTo>
                  <a:cubicBezTo>
                    <a:pt x="158" y="52"/>
                    <a:pt x="172" y="55"/>
                    <a:pt x="184" y="61"/>
                  </a:cubicBezTo>
                  <a:cubicBezTo>
                    <a:pt x="196" y="67"/>
                    <a:pt x="206" y="76"/>
                    <a:pt x="212" y="87"/>
                  </a:cubicBezTo>
                  <a:cubicBezTo>
                    <a:pt x="219" y="98"/>
                    <a:pt x="223" y="112"/>
                    <a:pt x="223" y="126"/>
                  </a:cubicBezTo>
                  <a:cubicBezTo>
                    <a:pt x="223" y="141"/>
                    <a:pt x="219" y="154"/>
                    <a:pt x="212" y="165"/>
                  </a:cubicBezTo>
                  <a:close/>
                  <a:moveTo>
                    <a:pt x="224" y="38"/>
                  </a:moveTo>
                  <a:lnTo>
                    <a:pt x="224" y="38"/>
                  </a:lnTo>
                  <a:cubicBezTo>
                    <a:pt x="216" y="27"/>
                    <a:pt x="205" y="19"/>
                    <a:pt x="193" y="13"/>
                  </a:cubicBezTo>
                  <a:cubicBezTo>
                    <a:pt x="176" y="4"/>
                    <a:pt x="156" y="0"/>
                    <a:pt x="133" y="0"/>
                  </a:cubicBezTo>
                  <a:cubicBezTo>
                    <a:pt x="108" y="0"/>
                    <a:pt x="86" y="5"/>
                    <a:pt x="66" y="15"/>
                  </a:cubicBezTo>
                  <a:cubicBezTo>
                    <a:pt x="45" y="26"/>
                    <a:pt x="30" y="41"/>
                    <a:pt x="18" y="60"/>
                  </a:cubicBezTo>
                  <a:cubicBezTo>
                    <a:pt x="6" y="79"/>
                    <a:pt x="0" y="101"/>
                    <a:pt x="0" y="126"/>
                  </a:cubicBezTo>
                  <a:cubicBezTo>
                    <a:pt x="0" y="152"/>
                    <a:pt x="6" y="174"/>
                    <a:pt x="18" y="193"/>
                  </a:cubicBezTo>
                  <a:cubicBezTo>
                    <a:pt x="30" y="212"/>
                    <a:pt x="45" y="227"/>
                    <a:pt x="66" y="238"/>
                  </a:cubicBezTo>
                  <a:cubicBezTo>
                    <a:pt x="86" y="249"/>
                    <a:pt x="108" y="254"/>
                    <a:pt x="133" y="254"/>
                  </a:cubicBezTo>
                  <a:cubicBezTo>
                    <a:pt x="156" y="254"/>
                    <a:pt x="176" y="249"/>
                    <a:pt x="193" y="240"/>
                  </a:cubicBezTo>
                  <a:cubicBezTo>
                    <a:pt x="204" y="235"/>
                    <a:pt x="213" y="227"/>
                    <a:pt x="222" y="218"/>
                  </a:cubicBezTo>
                  <a:lnTo>
                    <a:pt x="222" y="233"/>
                  </a:lnTo>
                  <a:cubicBezTo>
                    <a:pt x="222" y="259"/>
                    <a:pt x="215" y="279"/>
                    <a:pt x="201" y="293"/>
                  </a:cubicBezTo>
                  <a:cubicBezTo>
                    <a:pt x="188" y="306"/>
                    <a:pt x="167" y="312"/>
                    <a:pt x="138" y="312"/>
                  </a:cubicBezTo>
                  <a:cubicBezTo>
                    <a:pt x="120" y="312"/>
                    <a:pt x="102" y="310"/>
                    <a:pt x="84" y="304"/>
                  </a:cubicBezTo>
                  <a:cubicBezTo>
                    <a:pt x="67" y="298"/>
                    <a:pt x="52" y="290"/>
                    <a:pt x="41" y="281"/>
                  </a:cubicBezTo>
                  <a:lnTo>
                    <a:pt x="13" y="327"/>
                  </a:lnTo>
                  <a:cubicBezTo>
                    <a:pt x="28" y="339"/>
                    <a:pt x="47" y="349"/>
                    <a:pt x="70" y="355"/>
                  </a:cubicBezTo>
                  <a:cubicBezTo>
                    <a:pt x="93" y="362"/>
                    <a:pt x="117" y="365"/>
                    <a:pt x="141" y="365"/>
                  </a:cubicBezTo>
                  <a:cubicBezTo>
                    <a:pt x="187" y="365"/>
                    <a:pt x="222" y="353"/>
                    <a:pt x="247" y="331"/>
                  </a:cubicBezTo>
                  <a:cubicBezTo>
                    <a:pt x="271" y="308"/>
                    <a:pt x="283" y="273"/>
                    <a:pt x="283" y="226"/>
                  </a:cubicBezTo>
                  <a:lnTo>
                    <a:pt x="283" y="3"/>
                  </a:lnTo>
                  <a:lnTo>
                    <a:pt x="224" y="3"/>
                  </a:lnTo>
                  <a:lnTo>
                    <a:pt x="224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9A0E8AD-CA2F-448C-8097-8382329B5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6764" y="842970"/>
              <a:ext cx="255588" cy="257178"/>
            </a:xfrm>
            <a:custGeom>
              <a:avLst/>
              <a:gdLst>
                <a:gd name="T0" fmla="*/ 70 w 269"/>
                <a:gd name="T1" fmla="*/ 86 h 269"/>
                <a:gd name="T2" fmla="*/ 70 w 269"/>
                <a:gd name="T3" fmla="*/ 86 h 269"/>
                <a:gd name="T4" fmla="*/ 97 w 269"/>
                <a:gd name="T5" fmla="*/ 59 h 269"/>
                <a:gd name="T6" fmla="*/ 136 w 269"/>
                <a:gd name="T7" fmla="*/ 49 h 269"/>
                <a:gd name="T8" fmla="*/ 176 w 269"/>
                <a:gd name="T9" fmla="*/ 59 h 269"/>
                <a:gd name="T10" fmla="*/ 202 w 269"/>
                <a:gd name="T11" fmla="*/ 86 h 269"/>
                <a:gd name="T12" fmla="*/ 211 w 269"/>
                <a:gd name="T13" fmla="*/ 113 h 269"/>
                <a:gd name="T14" fmla="*/ 62 w 269"/>
                <a:gd name="T15" fmla="*/ 113 h 269"/>
                <a:gd name="T16" fmla="*/ 70 w 269"/>
                <a:gd name="T17" fmla="*/ 86 h 269"/>
                <a:gd name="T18" fmla="*/ 205 w 269"/>
                <a:gd name="T19" fmla="*/ 16 h 269"/>
                <a:gd name="T20" fmla="*/ 205 w 269"/>
                <a:gd name="T21" fmla="*/ 16 h 269"/>
                <a:gd name="T22" fmla="*/ 136 w 269"/>
                <a:gd name="T23" fmla="*/ 0 h 269"/>
                <a:gd name="T24" fmla="*/ 66 w 269"/>
                <a:gd name="T25" fmla="*/ 17 h 269"/>
                <a:gd name="T26" fmla="*/ 18 w 269"/>
                <a:gd name="T27" fmla="*/ 65 h 269"/>
                <a:gd name="T28" fmla="*/ 0 w 269"/>
                <a:gd name="T29" fmla="*/ 134 h 269"/>
                <a:gd name="T30" fmla="*/ 18 w 269"/>
                <a:gd name="T31" fmla="*/ 204 h 269"/>
                <a:gd name="T32" fmla="*/ 69 w 269"/>
                <a:gd name="T33" fmla="*/ 252 h 269"/>
                <a:gd name="T34" fmla="*/ 146 w 269"/>
                <a:gd name="T35" fmla="*/ 269 h 269"/>
                <a:gd name="T36" fmla="*/ 207 w 269"/>
                <a:gd name="T37" fmla="*/ 258 h 269"/>
                <a:gd name="T38" fmla="*/ 252 w 269"/>
                <a:gd name="T39" fmla="*/ 226 h 269"/>
                <a:gd name="T40" fmla="*/ 219 w 269"/>
                <a:gd name="T41" fmla="*/ 188 h 269"/>
                <a:gd name="T42" fmla="*/ 187 w 269"/>
                <a:gd name="T43" fmla="*/ 210 h 269"/>
                <a:gd name="T44" fmla="*/ 147 w 269"/>
                <a:gd name="T45" fmla="*/ 217 h 269"/>
                <a:gd name="T46" fmla="*/ 102 w 269"/>
                <a:gd name="T47" fmla="*/ 207 h 269"/>
                <a:gd name="T48" fmla="*/ 71 w 269"/>
                <a:gd name="T49" fmla="*/ 179 h 269"/>
                <a:gd name="T50" fmla="*/ 62 w 269"/>
                <a:gd name="T51" fmla="*/ 154 h 269"/>
                <a:gd name="T52" fmla="*/ 268 w 269"/>
                <a:gd name="T53" fmla="*/ 154 h 269"/>
                <a:gd name="T54" fmla="*/ 269 w 269"/>
                <a:gd name="T55" fmla="*/ 145 h 269"/>
                <a:gd name="T56" fmla="*/ 269 w 269"/>
                <a:gd name="T57" fmla="*/ 136 h 269"/>
                <a:gd name="T58" fmla="*/ 252 w 269"/>
                <a:gd name="T59" fmla="*/ 64 h 269"/>
                <a:gd name="T60" fmla="*/ 205 w 269"/>
                <a:gd name="T61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69">
                  <a:moveTo>
                    <a:pt x="70" y="86"/>
                  </a:moveTo>
                  <a:lnTo>
                    <a:pt x="70" y="86"/>
                  </a:lnTo>
                  <a:cubicBezTo>
                    <a:pt x="77" y="75"/>
                    <a:pt x="85" y="65"/>
                    <a:pt x="97" y="59"/>
                  </a:cubicBezTo>
                  <a:cubicBezTo>
                    <a:pt x="108" y="52"/>
                    <a:pt x="121" y="49"/>
                    <a:pt x="136" y="49"/>
                  </a:cubicBezTo>
                  <a:cubicBezTo>
                    <a:pt x="151" y="49"/>
                    <a:pt x="164" y="52"/>
                    <a:pt x="176" y="59"/>
                  </a:cubicBezTo>
                  <a:cubicBezTo>
                    <a:pt x="187" y="65"/>
                    <a:pt x="196" y="74"/>
                    <a:pt x="202" y="86"/>
                  </a:cubicBezTo>
                  <a:cubicBezTo>
                    <a:pt x="207" y="94"/>
                    <a:pt x="210" y="103"/>
                    <a:pt x="211" y="113"/>
                  </a:cubicBezTo>
                  <a:lnTo>
                    <a:pt x="62" y="113"/>
                  </a:lnTo>
                  <a:cubicBezTo>
                    <a:pt x="63" y="103"/>
                    <a:pt x="66" y="94"/>
                    <a:pt x="70" y="86"/>
                  </a:cubicBezTo>
                  <a:close/>
                  <a:moveTo>
                    <a:pt x="205" y="16"/>
                  </a:moveTo>
                  <a:lnTo>
                    <a:pt x="205" y="16"/>
                  </a:lnTo>
                  <a:cubicBezTo>
                    <a:pt x="185" y="5"/>
                    <a:pt x="162" y="0"/>
                    <a:pt x="136" y="0"/>
                  </a:cubicBezTo>
                  <a:cubicBezTo>
                    <a:pt x="110" y="0"/>
                    <a:pt x="87" y="5"/>
                    <a:pt x="66" y="17"/>
                  </a:cubicBezTo>
                  <a:cubicBezTo>
                    <a:pt x="46" y="28"/>
                    <a:pt x="30" y="44"/>
                    <a:pt x="18" y="65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1" y="263"/>
                    <a:pt x="116" y="269"/>
                    <a:pt x="146" y="269"/>
                  </a:cubicBezTo>
                  <a:cubicBezTo>
                    <a:pt x="169" y="269"/>
                    <a:pt x="189" y="265"/>
                    <a:pt x="207" y="258"/>
                  </a:cubicBezTo>
                  <a:cubicBezTo>
                    <a:pt x="225" y="251"/>
                    <a:pt x="240" y="240"/>
                    <a:pt x="252" y="226"/>
                  </a:cubicBezTo>
                  <a:lnTo>
                    <a:pt x="219" y="188"/>
                  </a:lnTo>
                  <a:cubicBezTo>
                    <a:pt x="209" y="198"/>
                    <a:pt x="199" y="205"/>
                    <a:pt x="187" y="210"/>
                  </a:cubicBezTo>
                  <a:cubicBezTo>
                    <a:pt x="175" y="215"/>
                    <a:pt x="162" y="217"/>
                    <a:pt x="147" y="217"/>
                  </a:cubicBezTo>
                  <a:cubicBezTo>
                    <a:pt x="130" y="217"/>
                    <a:pt x="115" y="214"/>
                    <a:pt x="102" y="207"/>
                  </a:cubicBezTo>
                  <a:cubicBezTo>
                    <a:pt x="89" y="201"/>
                    <a:pt x="79" y="191"/>
                    <a:pt x="71" y="179"/>
                  </a:cubicBezTo>
                  <a:cubicBezTo>
                    <a:pt x="67" y="171"/>
                    <a:pt x="64" y="163"/>
                    <a:pt x="62" y="154"/>
                  </a:cubicBezTo>
                  <a:lnTo>
                    <a:pt x="268" y="154"/>
                  </a:lnTo>
                  <a:cubicBezTo>
                    <a:pt x="269" y="151"/>
                    <a:pt x="269" y="148"/>
                    <a:pt x="269" y="145"/>
                  </a:cubicBezTo>
                  <a:cubicBezTo>
                    <a:pt x="269" y="141"/>
                    <a:pt x="269" y="138"/>
                    <a:pt x="269" y="136"/>
                  </a:cubicBezTo>
                  <a:cubicBezTo>
                    <a:pt x="269" y="108"/>
                    <a:pt x="264" y="84"/>
                    <a:pt x="252" y="64"/>
                  </a:cubicBezTo>
                  <a:cubicBezTo>
                    <a:pt x="241" y="43"/>
                    <a:pt x="225" y="28"/>
                    <a:pt x="205" y="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E246B131-E0D5-4704-8E91-DDA8C5A8C5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55214" y="842970"/>
              <a:ext cx="247650" cy="254003"/>
            </a:xfrm>
            <a:custGeom>
              <a:avLst/>
              <a:gdLst>
                <a:gd name="T0" fmla="*/ 205 w 259"/>
                <a:gd name="T1" fmla="*/ 12 h 266"/>
                <a:gd name="T2" fmla="*/ 205 w 259"/>
                <a:gd name="T3" fmla="*/ 12 h 266"/>
                <a:gd name="T4" fmla="*/ 149 w 259"/>
                <a:gd name="T5" fmla="*/ 0 h 266"/>
                <a:gd name="T6" fmla="*/ 88 w 259"/>
                <a:gd name="T7" fmla="*/ 13 h 266"/>
                <a:gd name="T8" fmla="*/ 58 w 259"/>
                <a:gd name="T9" fmla="*/ 37 h 266"/>
                <a:gd name="T10" fmla="*/ 58 w 259"/>
                <a:gd name="T11" fmla="*/ 3 h 266"/>
                <a:gd name="T12" fmla="*/ 0 w 259"/>
                <a:gd name="T13" fmla="*/ 3 h 266"/>
                <a:gd name="T14" fmla="*/ 0 w 259"/>
                <a:gd name="T15" fmla="*/ 266 h 266"/>
                <a:gd name="T16" fmla="*/ 61 w 259"/>
                <a:gd name="T17" fmla="*/ 266 h 266"/>
                <a:gd name="T18" fmla="*/ 61 w 259"/>
                <a:gd name="T19" fmla="*/ 133 h 266"/>
                <a:gd name="T20" fmla="*/ 70 w 259"/>
                <a:gd name="T21" fmla="*/ 89 h 266"/>
                <a:gd name="T22" fmla="*/ 96 w 259"/>
                <a:gd name="T23" fmla="*/ 62 h 266"/>
                <a:gd name="T24" fmla="*/ 135 w 259"/>
                <a:gd name="T25" fmla="*/ 53 h 266"/>
                <a:gd name="T26" fmla="*/ 181 w 259"/>
                <a:gd name="T27" fmla="*/ 71 h 266"/>
                <a:gd name="T28" fmla="*/ 197 w 259"/>
                <a:gd name="T29" fmla="*/ 123 h 266"/>
                <a:gd name="T30" fmla="*/ 197 w 259"/>
                <a:gd name="T31" fmla="*/ 266 h 266"/>
                <a:gd name="T32" fmla="*/ 259 w 259"/>
                <a:gd name="T33" fmla="*/ 266 h 266"/>
                <a:gd name="T34" fmla="*/ 259 w 259"/>
                <a:gd name="T35" fmla="*/ 115 h 266"/>
                <a:gd name="T36" fmla="*/ 244 w 259"/>
                <a:gd name="T37" fmla="*/ 50 h 266"/>
                <a:gd name="T38" fmla="*/ 205 w 259"/>
                <a:gd name="T39" fmla="*/ 12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05" y="12"/>
                  </a:moveTo>
                  <a:lnTo>
                    <a:pt x="205" y="12"/>
                  </a:ln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6" y="27"/>
                    <a:pt x="58" y="37"/>
                  </a:cubicBezTo>
                  <a:lnTo>
                    <a:pt x="58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1" y="266"/>
                  </a:lnTo>
                  <a:lnTo>
                    <a:pt x="61" y="133"/>
                  </a:lnTo>
                  <a:cubicBezTo>
                    <a:pt x="61" y="115"/>
                    <a:pt x="64" y="100"/>
                    <a:pt x="70" y="89"/>
                  </a:cubicBezTo>
                  <a:cubicBezTo>
                    <a:pt x="76" y="77"/>
                    <a:pt x="85" y="68"/>
                    <a:pt x="96" y="62"/>
                  </a:cubicBezTo>
                  <a:cubicBezTo>
                    <a:pt x="107" y="56"/>
                    <a:pt x="120" y="53"/>
                    <a:pt x="135" y="53"/>
                  </a:cubicBezTo>
                  <a:cubicBezTo>
                    <a:pt x="154" y="53"/>
                    <a:pt x="170" y="59"/>
                    <a:pt x="181" y="71"/>
                  </a:cubicBezTo>
                  <a:cubicBezTo>
                    <a:pt x="192" y="82"/>
                    <a:pt x="197" y="100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7"/>
                    <a:pt x="244" y="50"/>
                  </a:cubicBezTo>
                  <a:cubicBezTo>
                    <a:pt x="235" y="33"/>
                    <a:pt x="222" y="20"/>
                    <a:pt x="205" y="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B4D3A5F-1C20-416D-95AF-1DC9DC9EB9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9852" y="790582"/>
              <a:ext cx="184150" cy="309566"/>
            </a:xfrm>
            <a:custGeom>
              <a:avLst/>
              <a:gdLst>
                <a:gd name="T0" fmla="*/ 176 w 193"/>
                <a:gd name="T1" fmla="*/ 263 h 324"/>
                <a:gd name="T2" fmla="*/ 176 w 193"/>
                <a:gd name="T3" fmla="*/ 263 h 324"/>
                <a:gd name="T4" fmla="*/ 142 w 193"/>
                <a:gd name="T5" fmla="*/ 273 h 324"/>
                <a:gd name="T6" fmla="*/ 115 w 193"/>
                <a:gd name="T7" fmla="*/ 263 h 324"/>
                <a:gd name="T8" fmla="*/ 105 w 193"/>
                <a:gd name="T9" fmla="*/ 234 h 324"/>
                <a:gd name="T10" fmla="*/ 105 w 193"/>
                <a:gd name="T11" fmla="*/ 109 h 324"/>
                <a:gd name="T12" fmla="*/ 176 w 193"/>
                <a:gd name="T13" fmla="*/ 109 h 324"/>
                <a:gd name="T14" fmla="*/ 176 w 193"/>
                <a:gd name="T15" fmla="*/ 60 h 324"/>
                <a:gd name="T16" fmla="*/ 105 w 193"/>
                <a:gd name="T17" fmla="*/ 60 h 324"/>
                <a:gd name="T18" fmla="*/ 105 w 193"/>
                <a:gd name="T19" fmla="*/ 0 h 324"/>
                <a:gd name="T20" fmla="*/ 44 w 193"/>
                <a:gd name="T21" fmla="*/ 0 h 324"/>
                <a:gd name="T22" fmla="*/ 44 w 193"/>
                <a:gd name="T23" fmla="*/ 60 h 324"/>
                <a:gd name="T24" fmla="*/ 0 w 193"/>
                <a:gd name="T25" fmla="*/ 60 h 324"/>
                <a:gd name="T26" fmla="*/ 0 w 193"/>
                <a:gd name="T27" fmla="*/ 109 h 324"/>
                <a:gd name="T28" fmla="*/ 44 w 193"/>
                <a:gd name="T29" fmla="*/ 109 h 324"/>
                <a:gd name="T30" fmla="*/ 44 w 193"/>
                <a:gd name="T31" fmla="*/ 236 h 324"/>
                <a:gd name="T32" fmla="*/ 67 w 193"/>
                <a:gd name="T33" fmla="*/ 302 h 324"/>
                <a:gd name="T34" fmla="*/ 134 w 193"/>
                <a:gd name="T35" fmla="*/ 324 h 324"/>
                <a:gd name="T36" fmla="*/ 167 w 193"/>
                <a:gd name="T37" fmla="*/ 320 h 324"/>
                <a:gd name="T38" fmla="*/ 193 w 193"/>
                <a:gd name="T39" fmla="*/ 306 h 324"/>
                <a:gd name="T40" fmla="*/ 176 w 193"/>
                <a:gd name="T41" fmla="*/ 263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4">
                  <a:moveTo>
                    <a:pt x="176" y="263"/>
                  </a:moveTo>
                  <a:lnTo>
                    <a:pt x="176" y="263"/>
                  </a:lnTo>
                  <a:cubicBezTo>
                    <a:pt x="167" y="270"/>
                    <a:pt x="155" y="273"/>
                    <a:pt x="142" y="273"/>
                  </a:cubicBezTo>
                  <a:cubicBezTo>
                    <a:pt x="130" y="273"/>
                    <a:pt x="121" y="270"/>
                    <a:pt x="115" y="263"/>
                  </a:cubicBezTo>
                  <a:cubicBezTo>
                    <a:pt x="108" y="256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4"/>
                    <a:pt x="134" y="324"/>
                  </a:cubicBezTo>
                  <a:cubicBezTo>
                    <a:pt x="145" y="324"/>
                    <a:pt x="156" y="323"/>
                    <a:pt x="167" y="320"/>
                  </a:cubicBezTo>
                  <a:cubicBezTo>
                    <a:pt x="177" y="317"/>
                    <a:pt x="186" y="312"/>
                    <a:pt x="193" y="306"/>
                  </a:cubicBezTo>
                  <a:lnTo>
                    <a:pt x="176" y="26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75019CC-80E2-4E8C-937E-A3379470A4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89950" y="1211273"/>
              <a:ext cx="671513" cy="690569"/>
            </a:xfrm>
            <a:custGeom>
              <a:avLst/>
              <a:gdLst>
                <a:gd name="T0" fmla="*/ 704 w 704"/>
                <a:gd name="T1" fmla="*/ 723 h 723"/>
                <a:gd name="T2" fmla="*/ 704 w 704"/>
                <a:gd name="T3" fmla="*/ 723 h 723"/>
                <a:gd name="T4" fmla="*/ 0 w 704"/>
                <a:gd name="T5" fmla="*/ 723 h 723"/>
                <a:gd name="T6" fmla="*/ 0 w 704"/>
                <a:gd name="T7" fmla="*/ 0 h 723"/>
                <a:gd name="T8" fmla="*/ 704 w 704"/>
                <a:gd name="T9" fmla="*/ 0 h 723"/>
                <a:gd name="T10" fmla="*/ 704 w 704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4" h="723">
                  <a:moveTo>
                    <a:pt x="704" y="723"/>
                  </a:moveTo>
                  <a:lnTo>
                    <a:pt x="704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4" y="0"/>
                  </a:lnTo>
                  <a:lnTo>
                    <a:pt x="704" y="723"/>
                  </a:lnTo>
                  <a:close/>
                </a:path>
              </a:pathLst>
            </a:custGeom>
            <a:solidFill>
              <a:srgbClr val="FF9A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1D76A8D4-0D34-4D8B-9C76-DFAFAE3E5D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3162" y="1428763"/>
              <a:ext cx="60325" cy="328616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AD812E93-763C-4438-92F6-A448FE6787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3813" y="1503376"/>
              <a:ext cx="247650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5 w 259"/>
                <a:gd name="T5" fmla="*/ 12 h 266"/>
                <a:gd name="T6" fmla="*/ 149 w 259"/>
                <a:gd name="T7" fmla="*/ 0 h 266"/>
                <a:gd name="T8" fmla="*/ 88 w 259"/>
                <a:gd name="T9" fmla="*/ 13 h 266"/>
                <a:gd name="T10" fmla="*/ 58 w 259"/>
                <a:gd name="T11" fmla="*/ 37 h 266"/>
                <a:gd name="T12" fmla="*/ 58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1 w 259"/>
                <a:gd name="T19" fmla="*/ 266 h 266"/>
                <a:gd name="T20" fmla="*/ 61 w 259"/>
                <a:gd name="T21" fmla="*/ 133 h 266"/>
                <a:gd name="T22" fmla="*/ 70 w 259"/>
                <a:gd name="T23" fmla="*/ 88 h 266"/>
                <a:gd name="T24" fmla="*/ 96 w 259"/>
                <a:gd name="T25" fmla="*/ 62 h 266"/>
                <a:gd name="T26" fmla="*/ 135 w 259"/>
                <a:gd name="T27" fmla="*/ 53 h 266"/>
                <a:gd name="T28" fmla="*/ 181 w 259"/>
                <a:gd name="T29" fmla="*/ 70 h 266"/>
                <a:gd name="T30" fmla="*/ 197 w 259"/>
                <a:gd name="T31" fmla="*/ 123 h 266"/>
                <a:gd name="T32" fmla="*/ 197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5" y="33"/>
                    <a:pt x="222" y="20"/>
                    <a:pt x="205" y="12"/>
                  </a:cubicBez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6" y="27"/>
                    <a:pt x="58" y="37"/>
                  </a:cubicBezTo>
                  <a:lnTo>
                    <a:pt x="58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1" y="266"/>
                  </a:lnTo>
                  <a:lnTo>
                    <a:pt x="61" y="133"/>
                  </a:lnTo>
                  <a:cubicBezTo>
                    <a:pt x="61" y="115"/>
                    <a:pt x="64" y="100"/>
                    <a:pt x="70" y="88"/>
                  </a:cubicBezTo>
                  <a:cubicBezTo>
                    <a:pt x="77" y="77"/>
                    <a:pt x="85" y="68"/>
                    <a:pt x="96" y="62"/>
                  </a:cubicBezTo>
                  <a:cubicBezTo>
                    <a:pt x="107" y="56"/>
                    <a:pt x="120" y="53"/>
                    <a:pt x="135" y="53"/>
                  </a:cubicBezTo>
                  <a:cubicBezTo>
                    <a:pt x="154" y="53"/>
                    <a:pt x="170" y="59"/>
                    <a:pt x="181" y="70"/>
                  </a:cubicBezTo>
                  <a:cubicBezTo>
                    <a:pt x="192" y="82"/>
                    <a:pt x="197" y="99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6"/>
                    <a:pt x="245" y="5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EF801D70-62FE-4C52-BC11-10164803C4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17026" y="1503376"/>
              <a:ext cx="246063" cy="254003"/>
            </a:xfrm>
            <a:custGeom>
              <a:avLst/>
              <a:gdLst>
                <a:gd name="T0" fmla="*/ 206 w 259"/>
                <a:gd name="T1" fmla="*/ 12 h 266"/>
                <a:gd name="T2" fmla="*/ 206 w 259"/>
                <a:gd name="T3" fmla="*/ 12 h 266"/>
                <a:gd name="T4" fmla="*/ 149 w 259"/>
                <a:gd name="T5" fmla="*/ 0 h 266"/>
                <a:gd name="T6" fmla="*/ 88 w 259"/>
                <a:gd name="T7" fmla="*/ 13 h 266"/>
                <a:gd name="T8" fmla="*/ 59 w 259"/>
                <a:gd name="T9" fmla="*/ 37 h 266"/>
                <a:gd name="T10" fmla="*/ 59 w 259"/>
                <a:gd name="T11" fmla="*/ 3 h 266"/>
                <a:gd name="T12" fmla="*/ 0 w 259"/>
                <a:gd name="T13" fmla="*/ 3 h 266"/>
                <a:gd name="T14" fmla="*/ 0 w 259"/>
                <a:gd name="T15" fmla="*/ 266 h 266"/>
                <a:gd name="T16" fmla="*/ 62 w 259"/>
                <a:gd name="T17" fmla="*/ 266 h 266"/>
                <a:gd name="T18" fmla="*/ 62 w 259"/>
                <a:gd name="T19" fmla="*/ 133 h 266"/>
                <a:gd name="T20" fmla="*/ 71 w 259"/>
                <a:gd name="T21" fmla="*/ 88 h 266"/>
                <a:gd name="T22" fmla="*/ 97 w 259"/>
                <a:gd name="T23" fmla="*/ 62 h 266"/>
                <a:gd name="T24" fmla="*/ 135 w 259"/>
                <a:gd name="T25" fmla="*/ 53 h 266"/>
                <a:gd name="T26" fmla="*/ 181 w 259"/>
                <a:gd name="T27" fmla="*/ 70 h 266"/>
                <a:gd name="T28" fmla="*/ 197 w 259"/>
                <a:gd name="T29" fmla="*/ 123 h 266"/>
                <a:gd name="T30" fmla="*/ 197 w 259"/>
                <a:gd name="T31" fmla="*/ 266 h 266"/>
                <a:gd name="T32" fmla="*/ 259 w 259"/>
                <a:gd name="T33" fmla="*/ 266 h 266"/>
                <a:gd name="T34" fmla="*/ 259 w 259"/>
                <a:gd name="T35" fmla="*/ 115 h 266"/>
                <a:gd name="T36" fmla="*/ 245 w 259"/>
                <a:gd name="T37" fmla="*/ 50 h 266"/>
                <a:gd name="T38" fmla="*/ 206 w 259"/>
                <a:gd name="T39" fmla="*/ 12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06" y="12"/>
                  </a:moveTo>
                  <a:lnTo>
                    <a:pt x="206" y="12"/>
                  </a:ln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7" y="27"/>
                    <a:pt x="59" y="37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0"/>
                    <a:pt x="71" y="88"/>
                  </a:cubicBezTo>
                  <a:cubicBezTo>
                    <a:pt x="77" y="77"/>
                    <a:pt x="85" y="68"/>
                    <a:pt x="97" y="62"/>
                  </a:cubicBezTo>
                  <a:cubicBezTo>
                    <a:pt x="108" y="56"/>
                    <a:pt x="120" y="53"/>
                    <a:pt x="135" y="53"/>
                  </a:cubicBezTo>
                  <a:cubicBezTo>
                    <a:pt x="155" y="53"/>
                    <a:pt x="170" y="59"/>
                    <a:pt x="181" y="70"/>
                  </a:cubicBezTo>
                  <a:cubicBezTo>
                    <a:pt x="192" y="82"/>
                    <a:pt x="197" y="99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6"/>
                    <a:pt x="245" y="50"/>
                  </a:cubicBezTo>
                  <a:cubicBezTo>
                    <a:pt x="235" y="33"/>
                    <a:pt x="222" y="20"/>
                    <a:pt x="206" y="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CF6A90BD-F3C2-4B14-A330-BF7E317C76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02776" y="1503376"/>
              <a:ext cx="268288" cy="257178"/>
            </a:xfrm>
            <a:custGeom>
              <a:avLst/>
              <a:gdLst>
                <a:gd name="T0" fmla="*/ 208 w 281"/>
                <a:gd name="T1" fmla="*/ 178 h 269"/>
                <a:gd name="T2" fmla="*/ 208 w 281"/>
                <a:gd name="T3" fmla="*/ 178 h 269"/>
                <a:gd name="T4" fmla="*/ 181 w 281"/>
                <a:gd name="T5" fmla="*/ 206 h 269"/>
                <a:gd name="T6" fmla="*/ 140 w 281"/>
                <a:gd name="T7" fmla="*/ 216 h 269"/>
                <a:gd name="T8" fmla="*/ 101 w 281"/>
                <a:gd name="T9" fmla="*/ 206 h 269"/>
                <a:gd name="T10" fmla="*/ 73 w 281"/>
                <a:gd name="T11" fmla="*/ 178 h 269"/>
                <a:gd name="T12" fmla="*/ 62 w 281"/>
                <a:gd name="T13" fmla="*/ 134 h 269"/>
                <a:gd name="T14" fmla="*/ 73 w 281"/>
                <a:gd name="T15" fmla="*/ 90 h 269"/>
                <a:gd name="T16" fmla="*/ 101 w 281"/>
                <a:gd name="T17" fmla="*/ 62 h 269"/>
                <a:gd name="T18" fmla="*/ 141 w 281"/>
                <a:gd name="T19" fmla="*/ 52 h 269"/>
                <a:gd name="T20" fmla="*/ 181 w 281"/>
                <a:gd name="T21" fmla="*/ 62 h 269"/>
                <a:gd name="T22" fmla="*/ 208 w 281"/>
                <a:gd name="T23" fmla="*/ 90 h 269"/>
                <a:gd name="T24" fmla="*/ 219 w 281"/>
                <a:gd name="T25" fmla="*/ 134 h 269"/>
                <a:gd name="T26" fmla="*/ 208 w 281"/>
                <a:gd name="T27" fmla="*/ 178 h 269"/>
                <a:gd name="T28" fmla="*/ 213 w 281"/>
                <a:gd name="T29" fmla="*/ 17 h 269"/>
                <a:gd name="T30" fmla="*/ 213 w 281"/>
                <a:gd name="T31" fmla="*/ 17 h 269"/>
                <a:gd name="T32" fmla="*/ 140 w 281"/>
                <a:gd name="T33" fmla="*/ 0 h 269"/>
                <a:gd name="T34" fmla="*/ 68 w 281"/>
                <a:gd name="T35" fmla="*/ 17 h 269"/>
                <a:gd name="T36" fmla="*/ 19 w 281"/>
                <a:gd name="T37" fmla="*/ 64 h 269"/>
                <a:gd name="T38" fmla="*/ 0 w 281"/>
                <a:gd name="T39" fmla="*/ 134 h 269"/>
                <a:gd name="T40" fmla="*/ 19 w 281"/>
                <a:gd name="T41" fmla="*/ 203 h 269"/>
                <a:gd name="T42" fmla="*/ 68 w 281"/>
                <a:gd name="T43" fmla="*/ 251 h 269"/>
                <a:gd name="T44" fmla="*/ 140 w 281"/>
                <a:gd name="T45" fmla="*/ 269 h 269"/>
                <a:gd name="T46" fmla="*/ 213 w 281"/>
                <a:gd name="T47" fmla="*/ 251 h 269"/>
                <a:gd name="T48" fmla="*/ 263 w 281"/>
                <a:gd name="T49" fmla="*/ 203 h 269"/>
                <a:gd name="T50" fmla="*/ 281 w 281"/>
                <a:gd name="T51" fmla="*/ 134 h 269"/>
                <a:gd name="T52" fmla="*/ 263 w 281"/>
                <a:gd name="T53" fmla="*/ 64 h 269"/>
                <a:gd name="T54" fmla="*/ 213 w 281"/>
                <a:gd name="T55" fmla="*/ 17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81" h="269">
                  <a:moveTo>
                    <a:pt x="208" y="178"/>
                  </a:moveTo>
                  <a:lnTo>
                    <a:pt x="208" y="178"/>
                  </a:lnTo>
                  <a:cubicBezTo>
                    <a:pt x="202" y="190"/>
                    <a:pt x="192" y="200"/>
                    <a:pt x="181" y="206"/>
                  </a:cubicBezTo>
                  <a:cubicBezTo>
                    <a:pt x="169" y="213"/>
                    <a:pt x="155" y="216"/>
                    <a:pt x="140" y="216"/>
                  </a:cubicBezTo>
                  <a:cubicBezTo>
                    <a:pt x="126" y="216"/>
                    <a:pt x="112" y="213"/>
                    <a:pt x="101" y="206"/>
                  </a:cubicBezTo>
                  <a:cubicBezTo>
                    <a:pt x="89" y="200"/>
                    <a:pt x="80" y="190"/>
                    <a:pt x="73" y="178"/>
                  </a:cubicBezTo>
                  <a:cubicBezTo>
                    <a:pt x="66" y="165"/>
                    <a:pt x="62" y="151"/>
                    <a:pt x="62" y="134"/>
                  </a:cubicBezTo>
                  <a:cubicBezTo>
                    <a:pt x="62" y="117"/>
                    <a:pt x="66" y="102"/>
                    <a:pt x="73" y="90"/>
                  </a:cubicBezTo>
                  <a:cubicBezTo>
                    <a:pt x="80" y="78"/>
                    <a:pt x="89" y="68"/>
                    <a:pt x="101" y="62"/>
                  </a:cubicBezTo>
                  <a:cubicBezTo>
                    <a:pt x="112" y="55"/>
                    <a:pt x="126" y="52"/>
                    <a:pt x="141" y="52"/>
                  </a:cubicBezTo>
                  <a:cubicBezTo>
                    <a:pt x="156" y="52"/>
                    <a:pt x="169" y="55"/>
                    <a:pt x="181" y="62"/>
                  </a:cubicBezTo>
                  <a:cubicBezTo>
                    <a:pt x="192" y="68"/>
                    <a:pt x="202" y="78"/>
                    <a:pt x="208" y="90"/>
                  </a:cubicBezTo>
                  <a:cubicBezTo>
                    <a:pt x="215" y="102"/>
                    <a:pt x="219" y="117"/>
                    <a:pt x="219" y="134"/>
                  </a:cubicBezTo>
                  <a:cubicBezTo>
                    <a:pt x="219" y="151"/>
                    <a:pt x="215" y="165"/>
                    <a:pt x="208" y="178"/>
                  </a:cubicBezTo>
                  <a:close/>
                  <a:moveTo>
                    <a:pt x="213" y="17"/>
                  </a:moveTo>
                  <a:lnTo>
                    <a:pt x="213" y="17"/>
                  </a:lnTo>
                  <a:cubicBezTo>
                    <a:pt x="192" y="5"/>
                    <a:pt x="168" y="0"/>
                    <a:pt x="140" y="0"/>
                  </a:cubicBezTo>
                  <a:cubicBezTo>
                    <a:pt x="113" y="0"/>
                    <a:pt x="89" y="5"/>
                    <a:pt x="68" y="17"/>
                  </a:cubicBezTo>
                  <a:cubicBezTo>
                    <a:pt x="47" y="28"/>
                    <a:pt x="31" y="44"/>
                    <a:pt x="19" y="64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9" y="203"/>
                  </a:cubicBezTo>
                  <a:cubicBezTo>
                    <a:pt x="31" y="224"/>
                    <a:pt x="47" y="240"/>
                    <a:pt x="68" y="251"/>
                  </a:cubicBezTo>
                  <a:cubicBezTo>
                    <a:pt x="89" y="263"/>
                    <a:pt x="113" y="269"/>
                    <a:pt x="140" y="269"/>
                  </a:cubicBezTo>
                  <a:cubicBezTo>
                    <a:pt x="168" y="269"/>
                    <a:pt x="192" y="263"/>
                    <a:pt x="213" y="251"/>
                  </a:cubicBezTo>
                  <a:cubicBezTo>
                    <a:pt x="234" y="240"/>
                    <a:pt x="251" y="224"/>
                    <a:pt x="263" y="203"/>
                  </a:cubicBezTo>
                  <a:cubicBezTo>
                    <a:pt x="275" y="183"/>
                    <a:pt x="281" y="160"/>
                    <a:pt x="281" y="134"/>
                  </a:cubicBezTo>
                  <a:cubicBezTo>
                    <a:pt x="281" y="107"/>
                    <a:pt x="275" y="84"/>
                    <a:pt x="263" y="64"/>
                  </a:cubicBezTo>
                  <a:cubicBezTo>
                    <a:pt x="251" y="44"/>
                    <a:pt x="234" y="28"/>
                    <a:pt x="213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6C2D7972-BF5C-4AC0-9DD6-E3DD0492E7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66301" y="1512901"/>
              <a:ext cx="274638" cy="250827"/>
            </a:xfrm>
            <a:custGeom>
              <a:avLst/>
              <a:gdLst>
                <a:gd name="T0" fmla="*/ 230 w 289"/>
                <a:gd name="T1" fmla="*/ 0 h 263"/>
                <a:gd name="T2" fmla="*/ 230 w 289"/>
                <a:gd name="T3" fmla="*/ 0 h 263"/>
                <a:gd name="T4" fmla="*/ 145 w 289"/>
                <a:gd name="T5" fmla="*/ 195 h 263"/>
                <a:gd name="T6" fmla="*/ 64 w 289"/>
                <a:gd name="T7" fmla="*/ 0 h 263"/>
                <a:gd name="T8" fmla="*/ 0 w 289"/>
                <a:gd name="T9" fmla="*/ 0 h 263"/>
                <a:gd name="T10" fmla="*/ 113 w 289"/>
                <a:gd name="T11" fmla="*/ 263 h 263"/>
                <a:gd name="T12" fmla="*/ 176 w 289"/>
                <a:gd name="T13" fmla="*/ 263 h 263"/>
                <a:gd name="T14" fmla="*/ 289 w 289"/>
                <a:gd name="T15" fmla="*/ 0 h 263"/>
                <a:gd name="T16" fmla="*/ 230 w 289"/>
                <a:gd name="T17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63">
                  <a:moveTo>
                    <a:pt x="230" y="0"/>
                  </a:moveTo>
                  <a:lnTo>
                    <a:pt x="230" y="0"/>
                  </a:lnTo>
                  <a:lnTo>
                    <a:pt x="145" y="19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113" y="263"/>
                  </a:lnTo>
                  <a:lnTo>
                    <a:pt x="176" y="263"/>
                  </a:lnTo>
                  <a:lnTo>
                    <a:pt x="289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E7E0399B-964B-4665-8440-3D9AEFBC7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37764" y="1509726"/>
              <a:ext cx="227013" cy="257178"/>
            </a:xfrm>
            <a:custGeom>
              <a:avLst/>
              <a:gdLst>
                <a:gd name="T0" fmla="*/ 152 w 239"/>
                <a:gd name="T1" fmla="*/ 214 h 270"/>
                <a:gd name="T2" fmla="*/ 152 w 239"/>
                <a:gd name="T3" fmla="*/ 214 h 270"/>
                <a:gd name="T4" fmla="*/ 111 w 239"/>
                <a:gd name="T5" fmla="*/ 225 h 270"/>
                <a:gd name="T6" fmla="*/ 74 w 239"/>
                <a:gd name="T7" fmla="*/ 215 h 270"/>
                <a:gd name="T8" fmla="*/ 61 w 239"/>
                <a:gd name="T9" fmla="*/ 188 h 270"/>
                <a:gd name="T10" fmla="*/ 72 w 239"/>
                <a:gd name="T11" fmla="*/ 163 h 270"/>
                <a:gd name="T12" fmla="*/ 114 w 239"/>
                <a:gd name="T13" fmla="*/ 153 h 270"/>
                <a:gd name="T14" fmla="*/ 178 w 239"/>
                <a:gd name="T15" fmla="*/ 153 h 270"/>
                <a:gd name="T16" fmla="*/ 178 w 239"/>
                <a:gd name="T17" fmla="*/ 184 h 270"/>
                <a:gd name="T18" fmla="*/ 152 w 239"/>
                <a:gd name="T19" fmla="*/ 214 h 270"/>
                <a:gd name="T20" fmla="*/ 120 w 239"/>
                <a:gd name="T21" fmla="*/ 0 h 270"/>
                <a:gd name="T22" fmla="*/ 120 w 239"/>
                <a:gd name="T23" fmla="*/ 0 h 270"/>
                <a:gd name="T24" fmla="*/ 59 w 239"/>
                <a:gd name="T25" fmla="*/ 8 h 270"/>
                <a:gd name="T26" fmla="*/ 8 w 239"/>
                <a:gd name="T27" fmla="*/ 33 h 270"/>
                <a:gd name="T28" fmla="*/ 32 w 239"/>
                <a:gd name="T29" fmla="*/ 77 h 270"/>
                <a:gd name="T30" fmla="*/ 69 w 239"/>
                <a:gd name="T31" fmla="*/ 58 h 270"/>
                <a:gd name="T32" fmla="*/ 112 w 239"/>
                <a:gd name="T33" fmla="*/ 51 h 270"/>
                <a:gd name="T34" fmla="*/ 161 w 239"/>
                <a:gd name="T35" fmla="*/ 66 h 270"/>
                <a:gd name="T36" fmla="*/ 178 w 239"/>
                <a:gd name="T37" fmla="*/ 109 h 270"/>
                <a:gd name="T38" fmla="*/ 178 w 239"/>
                <a:gd name="T39" fmla="*/ 112 h 270"/>
                <a:gd name="T40" fmla="*/ 110 w 239"/>
                <a:gd name="T41" fmla="*/ 112 h 270"/>
                <a:gd name="T42" fmla="*/ 46 w 239"/>
                <a:gd name="T43" fmla="*/ 123 h 270"/>
                <a:gd name="T44" fmla="*/ 11 w 239"/>
                <a:gd name="T45" fmla="*/ 151 h 270"/>
                <a:gd name="T46" fmla="*/ 0 w 239"/>
                <a:gd name="T47" fmla="*/ 191 h 270"/>
                <a:gd name="T48" fmla="*/ 12 w 239"/>
                <a:gd name="T49" fmla="*/ 231 h 270"/>
                <a:gd name="T50" fmla="*/ 47 w 239"/>
                <a:gd name="T51" fmla="*/ 259 h 270"/>
                <a:gd name="T52" fmla="*/ 98 w 239"/>
                <a:gd name="T53" fmla="*/ 270 h 270"/>
                <a:gd name="T54" fmla="*/ 156 w 239"/>
                <a:gd name="T55" fmla="*/ 257 h 270"/>
                <a:gd name="T56" fmla="*/ 181 w 239"/>
                <a:gd name="T57" fmla="*/ 234 h 270"/>
                <a:gd name="T58" fmla="*/ 181 w 239"/>
                <a:gd name="T59" fmla="*/ 266 h 270"/>
                <a:gd name="T60" fmla="*/ 239 w 239"/>
                <a:gd name="T61" fmla="*/ 266 h 270"/>
                <a:gd name="T62" fmla="*/ 239 w 239"/>
                <a:gd name="T63" fmla="*/ 112 h 270"/>
                <a:gd name="T64" fmla="*/ 208 w 239"/>
                <a:gd name="T65" fmla="*/ 27 h 270"/>
                <a:gd name="T66" fmla="*/ 120 w 239"/>
                <a:gd name="T6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" h="270">
                  <a:moveTo>
                    <a:pt x="152" y="214"/>
                  </a:moveTo>
                  <a:lnTo>
                    <a:pt x="152" y="214"/>
                  </a:lnTo>
                  <a:cubicBezTo>
                    <a:pt x="140" y="221"/>
                    <a:pt x="126" y="225"/>
                    <a:pt x="111" y="225"/>
                  </a:cubicBezTo>
                  <a:cubicBezTo>
                    <a:pt x="95" y="225"/>
                    <a:pt x="83" y="221"/>
                    <a:pt x="74" y="215"/>
                  </a:cubicBezTo>
                  <a:cubicBezTo>
                    <a:pt x="65" y="208"/>
                    <a:pt x="61" y="199"/>
                    <a:pt x="61" y="188"/>
                  </a:cubicBezTo>
                  <a:cubicBezTo>
                    <a:pt x="61" y="178"/>
                    <a:pt x="65" y="170"/>
                    <a:pt x="72" y="163"/>
                  </a:cubicBezTo>
                  <a:cubicBezTo>
                    <a:pt x="79" y="157"/>
                    <a:pt x="93" y="153"/>
                    <a:pt x="114" y="153"/>
                  </a:cubicBezTo>
                  <a:lnTo>
                    <a:pt x="178" y="153"/>
                  </a:lnTo>
                  <a:lnTo>
                    <a:pt x="178" y="184"/>
                  </a:lnTo>
                  <a:cubicBezTo>
                    <a:pt x="172" y="197"/>
                    <a:pt x="164" y="208"/>
                    <a:pt x="152" y="214"/>
                  </a:cubicBezTo>
                  <a:close/>
                  <a:moveTo>
                    <a:pt x="120" y="0"/>
                  </a:moveTo>
                  <a:lnTo>
                    <a:pt x="120" y="0"/>
                  </a:lnTo>
                  <a:cubicBezTo>
                    <a:pt x="99" y="0"/>
                    <a:pt x="78" y="3"/>
                    <a:pt x="59" y="8"/>
                  </a:cubicBezTo>
                  <a:cubicBezTo>
                    <a:pt x="39" y="14"/>
                    <a:pt x="22" y="22"/>
                    <a:pt x="8" y="33"/>
                  </a:cubicBezTo>
                  <a:lnTo>
                    <a:pt x="32" y="77"/>
                  </a:lnTo>
                  <a:cubicBezTo>
                    <a:pt x="42" y="69"/>
                    <a:pt x="54" y="63"/>
                    <a:pt x="69" y="58"/>
                  </a:cubicBezTo>
                  <a:cubicBezTo>
                    <a:pt x="83" y="54"/>
                    <a:pt x="97" y="51"/>
                    <a:pt x="112" y="51"/>
                  </a:cubicBezTo>
                  <a:cubicBezTo>
                    <a:pt x="134" y="51"/>
                    <a:pt x="151" y="56"/>
                    <a:pt x="161" y="66"/>
                  </a:cubicBezTo>
                  <a:cubicBezTo>
                    <a:pt x="172" y="76"/>
                    <a:pt x="178" y="90"/>
                    <a:pt x="178" y="109"/>
                  </a:cubicBezTo>
                  <a:lnTo>
                    <a:pt x="178" y="112"/>
                  </a:lnTo>
                  <a:lnTo>
                    <a:pt x="110" y="112"/>
                  </a:lnTo>
                  <a:cubicBezTo>
                    <a:pt x="83" y="112"/>
                    <a:pt x="62" y="116"/>
                    <a:pt x="46" y="123"/>
                  </a:cubicBezTo>
                  <a:cubicBezTo>
                    <a:pt x="30" y="130"/>
                    <a:pt x="18" y="139"/>
                    <a:pt x="11" y="151"/>
                  </a:cubicBezTo>
                  <a:cubicBezTo>
                    <a:pt x="4" y="163"/>
                    <a:pt x="0" y="176"/>
                    <a:pt x="0" y="191"/>
                  </a:cubicBezTo>
                  <a:cubicBezTo>
                    <a:pt x="0" y="206"/>
                    <a:pt x="4" y="219"/>
                    <a:pt x="12" y="231"/>
                  </a:cubicBezTo>
                  <a:cubicBezTo>
                    <a:pt x="21" y="243"/>
                    <a:pt x="32" y="253"/>
                    <a:pt x="47" y="259"/>
                  </a:cubicBezTo>
                  <a:cubicBezTo>
                    <a:pt x="61" y="266"/>
                    <a:pt x="79" y="270"/>
                    <a:pt x="98" y="270"/>
                  </a:cubicBezTo>
                  <a:cubicBezTo>
                    <a:pt x="122" y="270"/>
                    <a:pt x="141" y="265"/>
                    <a:pt x="156" y="257"/>
                  </a:cubicBezTo>
                  <a:cubicBezTo>
                    <a:pt x="167" y="251"/>
                    <a:pt x="175" y="243"/>
                    <a:pt x="181" y="234"/>
                  </a:cubicBezTo>
                  <a:lnTo>
                    <a:pt x="181" y="266"/>
                  </a:lnTo>
                  <a:lnTo>
                    <a:pt x="239" y="266"/>
                  </a:lnTo>
                  <a:lnTo>
                    <a:pt x="239" y="112"/>
                  </a:lnTo>
                  <a:cubicBezTo>
                    <a:pt x="239" y="74"/>
                    <a:pt x="229" y="46"/>
                    <a:pt x="208" y="27"/>
                  </a:cubicBezTo>
                  <a:cubicBezTo>
                    <a:pt x="187" y="9"/>
                    <a:pt x="158" y="0"/>
                    <a:pt x="12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DB8319A5-C0C7-45C5-A077-5963E05263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93352" y="1457338"/>
              <a:ext cx="184150" cy="309566"/>
            </a:xfrm>
            <a:custGeom>
              <a:avLst/>
              <a:gdLst>
                <a:gd name="T0" fmla="*/ 142 w 193"/>
                <a:gd name="T1" fmla="*/ 274 h 325"/>
                <a:gd name="T2" fmla="*/ 142 w 193"/>
                <a:gd name="T3" fmla="*/ 274 h 325"/>
                <a:gd name="T4" fmla="*/ 115 w 193"/>
                <a:gd name="T5" fmla="*/ 263 h 325"/>
                <a:gd name="T6" fmla="*/ 105 w 193"/>
                <a:gd name="T7" fmla="*/ 234 h 325"/>
                <a:gd name="T8" fmla="*/ 105 w 193"/>
                <a:gd name="T9" fmla="*/ 109 h 325"/>
                <a:gd name="T10" fmla="*/ 176 w 193"/>
                <a:gd name="T11" fmla="*/ 109 h 325"/>
                <a:gd name="T12" fmla="*/ 176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4 w 193"/>
                <a:gd name="T19" fmla="*/ 0 h 325"/>
                <a:gd name="T20" fmla="*/ 44 w 193"/>
                <a:gd name="T21" fmla="*/ 60 h 325"/>
                <a:gd name="T22" fmla="*/ 0 w 193"/>
                <a:gd name="T23" fmla="*/ 60 h 325"/>
                <a:gd name="T24" fmla="*/ 0 w 193"/>
                <a:gd name="T25" fmla="*/ 109 h 325"/>
                <a:gd name="T26" fmla="*/ 44 w 193"/>
                <a:gd name="T27" fmla="*/ 109 h 325"/>
                <a:gd name="T28" fmla="*/ 44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7 w 193"/>
                <a:gd name="T35" fmla="*/ 320 h 325"/>
                <a:gd name="T36" fmla="*/ 193 w 193"/>
                <a:gd name="T37" fmla="*/ 307 h 325"/>
                <a:gd name="T38" fmla="*/ 176 w 193"/>
                <a:gd name="T39" fmla="*/ 263 h 325"/>
                <a:gd name="T40" fmla="*/ 142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0"/>
                    <a:pt x="115" y="263"/>
                  </a:cubicBezTo>
                  <a:cubicBezTo>
                    <a:pt x="108" y="257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7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6" y="263"/>
                  </a:lnTo>
                  <a:cubicBezTo>
                    <a:pt x="167" y="270"/>
                    <a:pt x="155" y="274"/>
                    <a:pt x="142" y="27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FB8D69E6-B9E3-49A6-A262-39ECCDB5F8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4490" y="1401775"/>
              <a:ext cx="74613" cy="69851"/>
            </a:xfrm>
            <a:custGeom>
              <a:avLst/>
              <a:gdLst>
                <a:gd name="T0" fmla="*/ 39 w 79"/>
                <a:gd name="T1" fmla="*/ 0 h 74"/>
                <a:gd name="T2" fmla="*/ 39 w 79"/>
                <a:gd name="T3" fmla="*/ 0 h 74"/>
                <a:gd name="T4" fmla="*/ 11 w 79"/>
                <a:gd name="T5" fmla="*/ 10 h 74"/>
                <a:gd name="T6" fmla="*/ 0 w 79"/>
                <a:gd name="T7" fmla="*/ 37 h 74"/>
                <a:gd name="T8" fmla="*/ 11 w 79"/>
                <a:gd name="T9" fmla="*/ 63 h 74"/>
                <a:gd name="T10" fmla="*/ 39 w 79"/>
                <a:gd name="T11" fmla="*/ 74 h 74"/>
                <a:gd name="T12" fmla="*/ 68 w 79"/>
                <a:gd name="T13" fmla="*/ 63 h 74"/>
                <a:gd name="T14" fmla="*/ 79 w 79"/>
                <a:gd name="T15" fmla="*/ 35 h 74"/>
                <a:gd name="T16" fmla="*/ 68 w 79"/>
                <a:gd name="T17" fmla="*/ 10 h 74"/>
                <a:gd name="T18" fmla="*/ 39 w 79"/>
                <a:gd name="T1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4">
                  <a:moveTo>
                    <a:pt x="39" y="0"/>
                  </a:moveTo>
                  <a:lnTo>
                    <a:pt x="39" y="0"/>
                  </a:lnTo>
                  <a:cubicBezTo>
                    <a:pt x="28" y="0"/>
                    <a:pt x="18" y="3"/>
                    <a:pt x="11" y="10"/>
                  </a:cubicBezTo>
                  <a:cubicBezTo>
                    <a:pt x="4" y="18"/>
                    <a:pt x="0" y="26"/>
                    <a:pt x="0" y="37"/>
                  </a:cubicBezTo>
                  <a:cubicBezTo>
                    <a:pt x="0" y="47"/>
                    <a:pt x="4" y="56"/>
                    <a:pt x="11" y="63"/>
                  </a:cubicBezTo>
                  <a:cubicBezTo>
                    <a:pt x="18" y="70"/>
                    <a:pt x="28" y="74"/>
                    <a:pt x="39" y="74"/>
                  </a:cubicBezTo>
                  <a:cubicBezTo>
                    <a:pt x="51" y="74"/>
                    <a:pt x="61" y="70"/>
                    <a:pt x="68" y="63"/>
                  </a:cubicBezTo>
                  <a:cubicBezTo>
                    <a:pt x="75" y="55"/>
                    <a:pt x="79" y="46"/>
                    <a:pt x="79" y="35"/>
                  </a:cubicBezTo>
                  <a:cubicBezTo>
                    <a:pt x="79" y="25"/>
                    <a:pt x="75" y="17"/>
                    <a:pt x="68" y="10"/>
                  </a:cubicBezTo>
                  <a:cubicBezTo>
                    <a:pt x="60" y="3"/>
                    <a:pt x="51" y="0"/>
                    <a:pt x="3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A206FF80-4F10-4DFF-9726-AC08660DC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10840" y="1512901"/>
              <a:ext cx="60325" cy="250827"/>
            </a:xfrm>
            <a:custGeom>
              <a:avLst/>
              <a:gdLst>
                <a:gd name="T0" fmla="*/ 0 w 62"/>
                <a:gd name="T1" fmla="*/ 263 h 263"/>
                <a:gd name="T2" fmla="*/ 0 w 62"/>
                <a:gd name="T3" fmla="*/ 263 h 263"/>
                <a:gd name="T4" fmla="*/ 62 w 62"/>
                <a:gd name="T5" fmla="*/ 263 h 263"/>
                <a:gd name="T6" fmla="*/ 62 w 62"/>
                <a:gd name="T7" fmla="*/ 0 h 263"/>
                <a:gd name="T8" fmla="*/ 0 w 62"/>
                <a:gd name="T9" fmla="*/ 0 h 263"/>
                <a:gd name="T10" fmla="*/ 0 w 62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263">
                  <a:moveTo>
                    <a:pt x="0" y="263"/>
                  </a:moveTo>
                  <a:lnTo>
                    <a:pt x="0" y="263"/>
                  </a:lnTo>
                  <a:lnTo>
                    <a:pt x="62" y="263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26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54BBA214-3E01-4325-87A3-656ED95FD0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1803" y="1512901"/>
              <a:ext cx="276225" cy="250827"/>
            </a:xfrm>
            <a:custGeom>
              <a:avLst/>
              <a:gdLst>
                <a:gd name="T0" fmla="*/ 230 w 289"/>
                <a:gd name="T1" fmla="*/ 0 h 263"/>
                <a:gd name="T2" fmla="*/ 230 w 289"/>
                <a:gd name="T3" fmla="*/ 0 h 263"/>
                <a:gd name="T4" fmla="*/ 146 w 289"/>
                <a:gd name="T5" fmla="*/ 195 h 263"/>
                <a:gd name="T6" fmla="*/ 64 w 289"/>
                <a:gd name="T7" fmla="*/ 0 h 263"/>
                <a:gd name="T8" fmla="*/ 0 w 289"/>
                <a:gd name="T9" fmla="*/ 0 h 263"/>
                <a:gd name="T10" fmla="*/ 113 w 289"/>
                <a:gd name="T11" fmla="*/ 263 h 263"/>
                <a:gd name="T12" fmla="*/ 176 w 289"/>
                <a:gd name="T13" fmla="*/ 263 h 263"/>
                <a:gd name="T14" fmla="*/ 289 w 289"/>
                <a:gd name="T15" fmla="*/ 0 h 263"/>
                <a:gd name="T16" fmla="*/ 230 w 289"/>
                <a:gd name="T17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63">
                  <a:moveTo>
                    <a:pt x="230" y="0"/>
                  </a:moveTo>
                  <a:lnTo>
                    <a:pt x="230" y="0"/>
                  </a:lnTo>
                  <a:lnTo>
                    <a:pt x="146" y="19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113" y="263"/>
                  </a:lnTo>
                  <a:lnTo>
                    <a:pt x="176" y="263"/>
                  </a:lnTo>
                  <a:lnTo>
                    <a:pt x="289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E6BF2B69-74CA-447E-AB14-ED3C9E9C1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63265" y="1509726"/>
              <a:ext cx="257175" cy="257178"/>
            </a:xfrm>
            <a:custGeom>
              <a:avLst/>
              <a:gdLst>
                <a:gd name="T0" fmla="*/ 69 w 269"/>
                <a:gd name="T1" fmla="*/ 87 h 270"/>
                <a:gd name="T2" fmla="*/ 69 w 269"/>
                <a:gd name="T3" fmla="*/ 87 h 270"/>
                <a:gd name="T4" fmla="*/ 96 w 269"/>
                <a:gd name="T5" fmla="*/ 59 h 270"/>
                <a:gd name="T6" fmla="*/ 136 w 269"/>
                <a:gd name="T7" fmla="*/ 49 h 270"/>
                <a:gd name="T8" fmla="*/ 175 w 269"/>
                <a:gd name="T9" fmla="*/ 59 h 270"/>
                <a:gd name="T10" fmla="*/ 202 w 269"/>
                <a:gd name="T11" fmla="*/ 86 h 270"/>
                <a:gd name="T12" fmla="*/ 210 w 269"/>
                <a:gd name="T13" fmla="*/ 113 h 270"/>
                <a:gd name="T14" fmla="*/ 61 w 269"/>
                <a:gd name="T15" fmla="*/ 113 h 270"/>
                <a:gd name="T16" fmla="*/ 69 w 269"/>
                <a:gd name="T17" fmla="*/ 87 h 270"/>
                <a:gd name="T18" fmla="*/ 251 w 269"/>
                <a:gd name="T19" fmla="*/ 64 h 270"/>
                <a:gd name="T20" fmla="*/ 251 w 269"/>
                <a:gd name="T21" fmla="*/ 64 h 270"/>
                <a:gd name="T22" fmla="*/ 204 w 269"/>
                <a:gd name="T23" fmla="*/ 17 h 270"/>
                <a:gd name="T24" fmla="*/ 136 w 269"/>
                <a:gd name="T25" fmla="*/ 0 h 270"/>
                <a:gd name="T26" fmla="*/ 66 w 269"/>
                <a:gd name="T27" fmla="*/ 17 h 270"/>
                <a:gd name="T28" fmla="*/ 17 w 269"/>
                <a:gd name="T29" fmla="*/ 65 h 270"/>
                <a:gd name="T30" fmla="*/ 0 w 269"/>
                <a:gd name="T31" fmla="*/ 135 h 270"/>
                <a:gd name="T32" fmla="*/ 18 w 269"/>
                <a:gd name="T33" fmla="*/ 204 h 270"/>
                <a:gd name="T34" fmla="*/ 68 w 269"/>
                <a:gd name="T35" fmla="*/ 252 h 270"/>
                <a:gd name="T36" fmla="*/ 145 w 269"/>
                <a:gd name="T37" fmla="*/ 270 h 270"/>
                <a:gd name="T38" fmla="*/ 206 w 269"/>
                <a:gd name="T39" fmla="*/ 258 h 270"/>
                <a:gd name="T40" fmla="*/ 251 w 269"/>
                <a:gd name="T41" fmla="*/ 227 h 270"/>
                <a:gd name="T42" fmla="*/ 218 w 269"/>
                <a:gd name="T43" fmla="*/ 189 h 270"/>
                <a:gd name="T44" fmla="*/ 186 w 269"/>
                <a:gd name="T45" fmla="*/ 210 h 270"/>
                <a:gd name="T46" fmla="*/ 147 w 269"/>
                <a:gd name="T47" fmla="*/ 217 h 270"/>
                <a:gd name="T48" fmla="*/ 101 w 269"/>
                <a:gd name="T49" fmla="*/ 208 h 270"/>
                <a:gd name="T50" fmla="*/ 71 w 269"/>
                <a:gd name="T51" fmla="*/ 179 h 270"/>
                <a:gd name="T52" fmla="*/ 62 w 269"/>
                <a:gd name="T53" fmla="*/ 154 h 270"/>
                <a:gd name="T54" fmla="*/ 268 w 269"/>
                <a:gd name="T55" fmla="*/ 154 h 270"/>
                <a:gd name="T56" fmla="*/ 268 w 269"/>
                <a:gd name="T57" fmla="*/ 145 h 270"/>
                <a:gd name="T58" fmla="*/ 269 w 269"/>
                <a:gd name="T59" fmla="*/ 136 h 270"/>
                <a:gd name="T60" fmla="*/ 251 w 269"/>
                <a:gd name="T61" fmla="*/ 6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69" y="87"/>
                  </a:moveTo>
                  <a:lnTo>
                    <a:pt x="69" y="87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7" y="53"/>
                    <a:pt x="121" y="49"/>
                    <a:pt x="136" y="49"/>
                  </a:cubicBezTo>
                  <a:cubicBezTo>
                    <a:pt x="150" y="49"/>
                    <a:pt x="164" y="53"/>
                    <a:pt x="175" y="59"/>
                  </a:cubicBezTo>
                  <a:cubicBezTo>
                    <a:pt x="186" y="66"/>
                    <a:pt x="195" y="75"/>
                    <a:pt x="202" y="86"/>
                  </a:cubicBezTo>
                  <a:cubicBezTo>
                    <a:pt x="206" y="94"/>
                    <a:pt x="209" y="104"/>
                    <a:pt x="210" y="113"/>
                  </a:cubicBezTo>
                  <a:lnTo>
                    <a:pt x="61" y="113"/>
                  </a:lnTo>
                  <a:cubicBezTo>
                    <a:pt x="63" y="104"/>
                    <a:pt x="65" y="94"/>
                    <a:pt x="69" y="87"/>
                  </a:cubicBezTo>
                  <a:close/>
                  <a:moveTo>
                    <a:pt x="251" y="64"/>
                  </a:moveTo>
                  <a:lnTo>
                    <a:pt x="251" y="64"/>
                  </a:lnTo>
                  <a:cubicBezTo>
                    <a:pt x="240" y="44"/>
                    <a:pt x="224" y="28"/>
                    <a:pt x="204" y="17"/>
                  </a:cubicBezTo>
                  <a:cubicBezTo>
                    <a:pt x="184" y="6"/>
                    <a:pt x="161" y="0"/>
                    <a:pt x="136" y="0"/>
                  </a:cubicBezTo>
                  <a:cubicBezTo>
                    <a:pt x="109" y="0"/>
                    <a:pt x="86" y="6"/>
                    <a:pt x="66" y="17"/>
                  </a:cubicBezTo>
                  <a:cubicBezTo>
                    <a:pt x="45" y="29"/>
                    <a:pt x="29" y="45"/>
                    <a:pt x="17" y="65"/>
                  </a:cubicBezTo>
                  <a:cubicBezTo>
                    <a:pt x="6" y="85"/>
                    <a:pt x="0" y="108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4"/>
                    <a:pt x="47" y="240"/>
                    <a:pt x="68" y="252"/>
                  </a:cubicBezTo>
                  <a:cubicBezTo>
                    <a:pt x="90" y="264"/>
                    <a:pt x="116" y="270"/>
                    <a:pt x="145" y="270"/>
                  </a:cubicBezTo>
                  <a:cubicBezTo>
                    <a:pt x="168" y="270"/>
                    <a:pt x="188" y="266"/>
                    <a:pt x="206" y="258"/>
                  </a:cubicBezTo>
                  <a:cubicBezTo>
                    <a:pt x="224" y="251"/>
                    <a:pt x="239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8" y="206"/>
                    <a:pt x="186" y="210"/>
                  </a:cubicBezTo>
                  <a:cubicBezTo>
                    <a:pt x="175" y="215"/>
                    <a:pt x="161" y="217"/>
                    <a:pt x="147" y="217"/>
                  </a:cubicBezTo>
                  <a:cubicBezTo>
                    <a:pt x="129" y="217"/>
                    <a:pt x="114" y="214"/>
                    <a:pt x="101" y="208"/>
                  </a:cubicBezTo>
                  <a:cubicBezTo>
                    <a:pt x="88" y="201"/>
                    <a:pt x="78" y="192"/>
                    <a:pt x="71" y="179"/>
                  </a:cubicBezTo>
                  <a:cubicBezTo>
                    <a:pt x="66" y="172"/>
                    <a:pt x="63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8" y="148"/>
                    <a:pt x="268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8"/>
                    <a:pt x="263" y="85"/>
                    <a:pt x="251" y="6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7F829A54-E86C-47AC-A103-84A0ABBF42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61463" y="1901843"/>
              <a:ext cx="669926" cy="688982"/>
            </a:xfrm>
            <a:custGeom>
              <a:avLst/>
              <a:gdLst>
                <a:gd name="T0" fmla="*/ 703 w 703"/>
                <a:gd name="T1" fmla="*/ 723 h 723"/>
                <a:gd name="T2" fmla="*/ 703 w 703"/>
                <a:gd name="T3" fmla="*/ 723 h 723"/>
                <a:gd name="T4" fmla="*/ 0 w 703"/>
                <a:gd name="T5" fmla="*/ 723 h 723"/>
                <a:gd name="T6" fmla="*/ 0 w 703"/>
                <a:gd name="T7" fmla="*/ 0 h 723"/>
                <a:gd name="T8" fmla="*/ 703 w 703"/>
                <a:gd name="T9" fmla="*/ 0 h 723"/>
                <a:gd name="T10" fmla="*/ 703 w 703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3" h="723">
                  <a:moveTo>
                    <a:pt x="703" y="723"/>
                  </a:moveTo>
                  <a:lnTo>
                    <a:pt x="703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3" y="0"/>
                  </a:lnTo>
                  <a:lnTo>
                    <a:pt x="703" y="723"/>
                  </a:lnTo>
                  <a:close/>
                </a:path>
              </a:pathLst>
            </a:custGeom>
            <a:solidFill>
              <a:srgbClr val="FD285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E4B79DBF-3363-4CDD-AEA2-7102E54D5A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4676" y="2100282"/>
              <a:ext cx="60325" cy="330203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354D1077-041C-4A10-94E9-AA9FC6666B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85326" y="2176483"/>
              <a:ext cx="246063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6 w 259"/>
                <a:gd name="T5" fmla="*/ 12 h 266"/>
                <a:gd name="T6" fmla="*/ 149 w 259"/>
                <a:gd name="T7" fmla="*/ 0 h 266"/>
                <a:gd name="T8" fmla="*/ 89 w 259"/>
                <a:gd name="T9" fmla="*/ 13 h 266"/>
                <a:gd name="T10" fmla="*/ 59 w 259"/>
                <a:gd name="T11" fmla="*/ 37 h 266"/>
                <a:gd name="T12" fmla="*/ 59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2 w 259"/>
                <a:gd name="T19" fmla="*/ 266 h 266"/>
                <a:gd name="T20" fmla="*/ 62 w 259"/>
                <a:gd name="T21" fmla="*/ 133 h 266"/>
                <a:gd name="T22" fmla="*/ 71 w 259"/>
                <a:gd name="T23" fmla="*/ 89 h 266"/>
                <a:gd name="T24" fmla="*/ 97 w 259"/>
                <a:gd name="T25" fmla="*/ 62 h 266"/>
                <a:gd name="T26" fmla="*/ 135 w 259"/>
                <a:gd name="T27" fmla="*/ 54 h 266"/>
                <a:gd name="T28" fmla="*/ 181 w 259"/>
                <a:gd name="T29" fmla="*/ 71 h 266"/>
                <a:gd name="T30" fmla="*/ 198 w 259"/>
                <a:gd name="T31" fmla="*/ 123 h 266"/>
                <a:gd name="T32" fmla="*/ 198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5" y="33"/>
                    <a:pt x="222" y="20"/>
                    <a:pt x="206" y="12"/>
                  </a:cubicBez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9" y="13"/>
                  </a:cubicBezTo>
                  <a:cubicBezTo>
                    <a:pt x="77" y="20"/>
                    <a:pt x="67" y="28"/>
                    <a:pt x="59" y="37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0"/>
                    <a:pt x="71" y="89"/>
                  </a:cubicBezTo>
                  <a:cubicBezTo>
                    <a:pt x="77" y="77"/>
                    <a:pt x="86" y="68"/>
                    <a:pt x="97" y="62"/>
                  </a:cubicBezTo>
                  <a:cubicBezTo>
                    <a:pt x="108" y="56"/>
                    <a:pt x="121" y="54"/>
                    <a:pt x="135" y="54"/>
                  </a:cubicBezTo>
                  <a:cubicBezTo>
                    <a:pt x="155" y="54"/>
                    <a:pt x="170" y="59"/>
                    <a:pt x="181" y="71"/>
                  </a:cubicBezTo>
                  <a:cubicBezTo>
                    <a:pt x="192" y="82"/>
                    <a:pt x="198" y="100"/>
                    <a:pt x="198" y="123"/>
                  </a:cubicBezTo>
                  <a:lnTo>
                    <a:pt x="198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9"/>
                    <a:pt x="254" y="67"/>
                    <a:pt x="245" y="5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10946B1A-5FDC-401B-A39E-AAE6371C83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53614" y="2124095"/>
              <a:ext cx="184150" cy="307978"/>
            </a:xfrm>
            <a:custGeom>
              <a:avLst/>
              <a:gdLst>
                <a:gd name="T0" fmla="*/ 142 w 193"/>
                <a:gd name="T1" fmla="*/ 274 h 324"/>
                <a:gd name="T2" fmla="*/ 142 w 193"/>
                <a:gd name="T3" fmla="*/ 274 h 324"/>
                <a:gd name="T4" fmla="*/ 115 w 193"/>
                <a:gd name="T5" fmla="*/ 263 h 324"/>
                <a:gd name="T6" fmla="*/ 105 w 193"/>
                <a:gd name="T7" fmla="*/ 234 h 324"/>
                <a:gd name="T8" fmla="*/ 105 w 193"/>
                <a:gd name="T9" fmla="*/ 109 h 324"/>
                <a:gd name="T10" fmla="*/ 176 w 193"/>
                <a:gd name="T11" fmla="*/ 109 h 324"/>
                <a:gd name="T12" fmla="*/ 176 w 193"/>
                <a:gd name="T13" fmla="*/ 60 h 324"/>
                <a:gd name="T14" fmla="*/ 105 w 193"/>
                <a:gd name="T15" fmla="*/ 60 h 324"/>
                <a:gd name="T16" fmla="*/ 105 w 193"/>
                <a:gd name="T17" fmla="*/ 0 h 324"/>
                <a:gd name="T18" fmla="*/ 44 w 193"/>
                <a:gd name="T19" fmla="*/ 0 h 324"/>
                <a:gd name="T20" fmla="*/ 44 w 193"/>
                <a:gd name="T21" fmla="*/ 60 h 324"/>
                <a:gd name="T22" fmla="*/ 0 w 193"/>
                <a:gd name="T23" fmla="*/ 60 h 324"/>
                <a:gd name="T24" fmla="*/ 0 w 193"/>
                <a:gd name="T25" fmla="*/ 109 h 324"/>
                <a:gd name="T26" fmla="*/ 44 w 193"/>
                <a:gd name="T27" fmla="*/ 109 h 324"/>
                <a:gd name="T28" fmla="*/ 44 w 193"/>
                <a:gd name="T29" fmla="*/ 236 h 324"/>
                <a:gd name="T30" fmla="*/ 67 w 193"/>
                <a:gd name="T31" fmla="*/ 302 h 324"/>
                <a:gd name="T32" fmla="*/ 134 w 193"/>
                <a:gd name="T33" fmla="*/ 324 h 324"/>
                <a:gd name="T34" fmla="*/ 167 w 193"/>
                <a:gd name="T35" fmla="*/ 320 h 324"/>
                <a:gd name="T36" fmla="*/ 193 w 193"/>
                <a:gd name="T37" fmla="*/ 307 h 324"/>
                <a:gd name="T38" fmla="*/ 176 w 193"/>
                <a:gd name="T39" fmla="*/ 263 h 324"/>
                <a:gd name="T40" fmla="*/ 142 w 193"/>
                <a:gd name="T41" fmla="*/ 27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4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0"/>
                    <a:pt x="115" y="263"/>
                  </a:cubicBezTo>
                  <a:cubicBezTo>
                    <a:pt x="109" y="256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4"/>
                    <a:pt x="134" y="324"/>
                  </a:cubicBezTo>
                  <a:cubicBezTo>
                    <a:pt x="146" y="324"/>
                    <a:pt x="156" y="323"/>
                    <a:pt x="167" y="320"/>
                  </a:cubicBezTo>
                  <a:cubicBezTo>
                    <a:pt x="177" y="317"/>
                    <a:pt x="186" y="312"/>
                    <a:pt x="193" y="307"/>
                  </a:cubicBezTo>
                  <a:lnTo>
                    <a:pt x="176" y="263"/>
                  </a:lnTo>
                  <a:cubicBezTo>
                    <a:pt x="167" y="270"/>
                    <a:pt x="156" y="274"/>
                    <a:pt x="142" y="27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6BA4365D-ED1A-4ECE-BB6E-13B1AE4E51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42527" y="2176483"/>
              <a:ext cx="257175" cy="255590"/>
            </a:xfrm>
            <a:custGeom>
              <a:avLst/>
              <a:gdLst>
                <a:gd name="T0" fmla="*/ 70 w 269"/>
                <a:gd name="T1" fmla="*/ 86 h 269"/>
                <a:gd name="T2" fmla="*/ 70 w 269"/>
                <a:gd name="T3" fmla="*/ 86 h 269"/>
                <a:gd name="T4" fmla="*/ 96 w 269"/>
                <a:gd name="T5" fmla="*/ 59 h 269"/>
                <a:gd name="T6" fmla="*/ 136 w 269"/>
                <a:gd name="T7" fmla="*/ 49 h 269"/>
                <a:gd name="T8" fmla="*/ 175 w 269"/>
                <a:gd name="T9" fmla="*/ 59 h 269"/>
                <a:gd name="T10" fmla="*/ 202 w 269"/>
                <a:gd name="T11" fmla="*/ 86 h 269"/>
                <a:gd name="T12" fmla="*/ 210 w 269"/>
                <a:gd name="T13" fmla="*/ 113 h 269"/>
                <a:gd name="T14" fmla="*/ 62 w 269"/>
                <a:gd name="T15" fmla="*/ 113 h 269"/>
                <a:gd name="T16" fmla="*/ 70 w 269"/>
                <a:gd name="T17" fmla="*/ 86 h 269"/>
                <a:gd name="T18" fmla="*/ 204 w 269"/>
                <a:gd name="T19" fmla="*/ 17 h 269"/>
                <a:gd name="T20" fmla="*/ 204 w 269"/>
                <a:gd name="T21" fmla="*/ 17 h 269"/>
                <a:gd name="T22" fmla="*/ 136 w 269"/>
                <a:gd name="T23" fmla="*/ 0 h 269"/>
                <a:gd name="T24" fmla="*/ 66 w 269"/>
                <a:gd name="T25" fmla="*/ 17 h 269"/>
                <a:gd name="T26" fmla="*/ 17 w 269"/>
                <a:gd name="T27" fmla="*/ 65 h 269"/>
                <a:gd name="T28" fmla="*/ 0 w 269"/>
                <a:gd name="T29" fmla="*/ 134 h 269"/>
                <a:gd name="T30" fmla="*/ 18 w 269"/>
                <a:gd name="T31" fmla="*/ 204 h 269"/>
                <a:gd name="T32" fmla="*/ 69 w 269"/>
                <a:gd name="T33" fmla="*/ 252 h 269"/>
                <a:gd name="T34" fmla="*/ 145 w 269"/>
                <a:gd name="T35" fmla="*/ 269 h 269"/>
                <a:gd name="T36" fmla="*/ 206 w 269"/>
                <a:gd name="T37" fmla="*/ 258 h 269"/>
                <a:gd name="T38" fmla="*/ 251 w 269"/>
                <a:gd name="T39" fmla="*/ 226 h 269"/>
                <a:gd name="T40" fmla="*/ 218 w 269"/>
                <a:gd name="T41" fmla="*/ 188 h 269"/>
                <a:gd name="T42" fmla="*/ 187 w 269"/>
                <a:gd name="T43" fmla="*/ 210 h 269"/>
                <a:gd name="T44" fmla="*/ 147 w 269"/>
                <a:gd name="T45" fmla="*/ 217 h 269"/>
                <a:gd name="T46" fmla="*/ 101 w 269"/>
                <a:gd name="T47" fmla="*/ 207 h 269"/>
                <a:gd name="T48" fmla="*/ 71 w 269"/>
                <a:gd name="T49" fmla="*/ 179 h 269"/>
                <a:gd name="T50" fmla="*/ 62 w 269"/>
                <a:gd name="T51" fmla="*/ 154 h 269"/>
                <a:gd name="T52" fmla="*/ 268 w 269"/>
                <a:gd name="T53" fmla="*/ 154 h 269"/>
                <a:gd name="T54" fmla="*/ 269 w 269"/>
                <a:gd name="T55" fmla="*/ 145 h 269"/>
                <a:gd name="T56" fmla="*/ 269 w 269"/>
                <a:gd name="T57" fmla="*/ 136 h 269"/>
                <a:gd name="T58" fmla="*/ 252 w 269"/>
                <a:gd name="T59" fmla="*/ 64 h 269"/>
                <a:gd name="T60" fmla="*/ 204 w 269"/>
                <a:gd name="T61" fmla="*/ 17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69">
                  <a:moveTo>
                    <a:pt x="70" y="86"/>
                  </a:moveTo>
                  <a:lnTo>
                    <a:pt x="70" y="86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7" y="52"/>
                    <a:pt x="121" y="49"/>
                    <a:pt x="136" y="49"/>
                  </a:cubicBezTo>
                  <a:cubicBezTo>
                    <a:pt x="151" y="49"/>
                    <a:pt x="164" y="52"/>
                    <a:pt x="175" y="59"/>
                  </a:cubicBezTo>
                  <a:cubicBezTo>
                    <a:pt x="186" y="66"/>
                    <a:pt x="195" y="75"/>
                    <a:pt x="202" y="86"/>
                  </a:cubicBezTo>
                  <a:cubicBezTo>
                    <a:pt x="206" y="94"/>
                    <a:pt x="209" y="103"/>
                    <a:pt x="210" y="113"/>
                  </a:cubicBezTo>
                  <a:lnTo>
                    <a:pt x="62" y="113"/>
                  </a:lnTo>
                  <a:cubicBezTo>
                    <a:pt x="63" y="103"/>
                    <a:pt x="65" y="94"/>
                    <a:pt x="70" y="86"/>
                  </a:cubicBezTo>
                  <a:close/>
                  <a:moveTo>
                    <a:pt x="204" y="17"/>
                  </a:moveTo>
                  <a:lnTo>
                    <a:pt x="204" y="17"/>
                  </a:lnTo>
                  <a:cubicBezTo>
                    <a:pt x="184" y="5"/>
                    <a:pt x="161" y="0"/>
                    <a:pt x="136" y="0"/>
                  </a:cubicBezTo>
                  <a:cubicBezTo>
                    <a:pt x="110" y="0"/>
                    <a:pt x="86" y="6"/>
                    <a:pt x="66" y="17"/>
                  </a:cubicBezTo>
                  <a:cubicBezTo>
                    <a:pt x="45" y="29"/>
                    <a:pt x="29" y="44"/>
                    <a:pt x="17" y="65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0" y="263"/>
                    <a:pt x="116" y="269"/>
                    <a:pt x="145" y="269"/>
                  </a:cubicBezTo>
                  <a:cubicBezTo>
                    <a:pt x="168" y="269"/>
                    <a:pt x="189" y="266"/>
                    <a:pt x="206" y="258"/>
                  </a:cubicBezTo>
                  <a:cubicBezTo>
                    <a:pt x="224" y="251"/>
                    <a:pt x="239" y="240"/>
                    <a:pt x="251" y="226"/>
                  </a:cubicBezTo>
                  <a:lnTo>
                    <a:pt x="218" y="188"/>
                  </a:lnTo>
                  <a:cubicBezTo>
                    <a:pt x="209" y="198"/>
                    <a:pt x="198" y="206"/>
                    <a:pt x="187" y="210"/>
                  </a:cubicBezTo>
                  <a:cubicBezTo>
                    <a:pt x="175" y="215"/>
                    <a:pt x="161" y="217"/>
                    <a:pt x="147" y="217"/>
                  </a:cubicBezTo>
                  <a:cubicBezTo>
                    <a:pt x="130" y="217"/>
                    <a:pt x="114" y="214"/>
                    <a:pt x="101" y="207"/>
                  </a:cubicBezTo>
                  <a:cubicBezTo>
                    <a:pt x="88" y="201"/>
                    <a:pt x="78" y="191"/>
                    <a:pt x="71" y="179"/>
                  </a:cubicBezTo>
                  <a:cubicBezTo>
                    <a:pt x="66" y="171"/>
                    <a:pt x="63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8" y="148"/>
                    <a:pt x="269" y="145"/>
                  </a:cubicBezTo>
                  <a:cubicBezTo>
                    <a:pt x="269" y="141"/>
                    <a:pt x="269" y="138"/>
                    <a:pt x="269" y="136"/>
                  </a:cubicBezTo>
                  <a:cubicBezTo>
                    <a:pt x="269" y="108"/>
                    <a:pt x="263" y="84"/>
                    <a:pt x="252" y="64"/>
                  </a:cubicBezTo>
                  <a:cubicBezTo>
                    <a:pt x="240" y="44"/>
                    <a:pt x="224" y="28"/>
                    <a:pt x="204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E750F063-7F64-4DE7-AC93-42F7DB7EC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20340" y="2176483"/>
              <a:ext cx="269875" cy="347666"/>
            </a:xfrm>
            <a:custGeom>
              <a:avLst/>
              <a:gdLst>
                <a:gd name="T0" fmla="*/ 212 w 283"/>
                <a:gd name="T1" fmla="*/ 166 h 365"/>
                <a:gd name="T2" fmla="*/ 212 w 283"/>
                <a:gd name="T3" fmla="*/ 166 h 365"/>
                <a:gd name="T4" fmla="*/ 184 w 283"/>
                <a:gd name="T5" fmla="*/ 192 h 365"/>
                <a:gd name="T6" fmla="*/ 143 w 283"/>
                <a:gd name="T7" fmla="*/ 202 h 365"/>
                <a:gd name="T8" fmla="*/ 101 w 283"/>
                <a:gd name="T9" fmla="*/ 192 h 365"/>
                <a:gd name="T10" fmla="*/ 73 w 283"/>
                <a:gd name="T11" fmla="*/ 166 h 365"/>
                <a:gd name="T12" fmla="*/ 63 w 283"/>
                <a:gd name="T13" fmla="*/ 126 h 365"/>
                <a:gd name="T14" fmla="*/ 73 w 283"/>
                <a:gd name="T15" fmla="*/ 87 h 365"/>
                <a:gd name="T16" fmla="*/ 101 w 283"/>
                <a:gd name="T17" fmla="*/ 61 h 365"/>
                <a:gd name="T18" fmla="*/ 143 w 283"/>
                <a:gd name="T19" fmla="*/ 52 h 365"/>
                <a:gd name="T20" fmla="*/ 184 w 283"/>
                <a:gd name="T21" fmla="*/ 61 h 365"/>
                <a:gd name="T22" fmla="*/ 212 w 283"/>
                <a:gd name="T23" fmla="*/ 87 h 365"/>
                <a:gd name="T24" fmla="*/ 223 w 283"/>
                <a:gd name="T25" fmla="*/ 126 h 365"/>
                <a:gd name="T26" fmla="*/ 212 w 283"/>
                <a:gd name="T27" fmla="*/ 166 h 365"/>
                <a:gd name="T28" fmla="*/ 225 w 283"/>
                <a:gd name="T29" fmla="*/ 38 h 365"/>
                <a:gd name="T30" fmla="*/ 225 w 283"/>
                <a:gd name="T31" fmla="*/ 38 h 365"/>
                <a:gd name="T32" fmla="*/ 194 w 283"/>
                <a:gd name="T33" fmla="*/ 13 h 365"/>
                <a:gd name="T34" fmla="*/ 133 w 283"/>
                <a:gd name="T35" fmla="*/ 0 h 365"/>
                <a:gd name="T36" fmla="*/ 66 w 283"/>
                <a:gd name="T37" fmla="*/ 16 h 365"/>
                <a:gd name="T38" fmla="*/ 18 w 283"/>
                <a:gd name="T39" fmla="*/ 60 h 365"/>
                <a:gd name="T40" fmla="*/ 0 w 283"/>
                <a:gd name="T41" fmla="*/ 126 h 365"/>
                <a:gd name="T42" fmla="*/ 18 w 283"/>
                <a:gd name="T43" fmla="*/ 193 h 365"/>
                <a:gd name="T44" fmla="*/ 66 w 283"/>
                <a:gd name="T45" fmla="*/ 238 h 365"/>
                <a:gd name="T46" fmla="*/ 133 w 283"/>
                <a:gd name="T47" fmla="*/ 254 h 365"/>
                <a:gd name="T48" fmla="*/ 194 w 283"/>
                <a:gd name="T49" fmla="*/ 240 h 365"/>
                <a:gd name="T50" fmla="*/ 222 w 283"/>
                <a:gd name="T51" fmla="*/ 219 h 365"/>
                <a:gd name="T52" fmla="*/ 222 w 283"/>
                <a:gd name="T53" fmla="*/ 233 h 365"/>
                <a:gd name="T54" fmla="*/ 201 w 283"/>
                <a:gd name="T55" fmla="*/ 293 h 365"/>
                <a:gd name="T56" fmla="*/ 138 w 283"/>
                <a:gd name="T57" fmla="*/ 313 h 365"/>
                <a:gd name="T58" fmla="*/ 84 w 283"/>
                <a:gd name="T59" fmla="*/ 304 h 365"/>
                <a:gd name="T60" fmla="*/ 41 w 283"/>
                <a:gd name="T61" fmla="*/ 281 h 365"/>
                <a:gd name="T62" fmla="*/ 13 w 283"/>
                <a:gd name="T63" fmla="*/ 327 h 365"/>
                <a:gd name="T64" fmla="*/ 70 w 283"/>
                <a:gd name="T65" fmla="*/ 355 h 365"/>
                <a:gd name="T66" fmla="*/ 141 w 283"/>
                <a:gd name="T67" fmla="*/ 365 h 365"/>
                <a:gd name="T68" fmla="*/ 247 w 283"/>
                <a:gd name="T69" fmla="*/ 331 h 365"/>
                <a:gd name="T70" fmla="*/ 283 w 283"/>
                <a:gd name="T71" fmla="*/ 226 h 365"/>
                <a:gd name="T72" fmla="*/ 283 w 283"/>
                <a:gd name="T73" fmla="*/ 3 h 365"/>
                <a:gd name="T74" fmla="*/ 225 w 283"/>
                <a:gd name="T75" fmla="*/ 3 h 365"/>
                <a:gd name="T76" fmla="*/ 225 w 283"/>
                <a:gd name="T77" fmla="*/ 3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3" h="365">
                  <a:moveTo>
                    <a:pt x="212" y="166"/>
                  </a:moveTo>
                  <a:lnTo>
                    <a:pt x="212" y="166"/>
                  </a:lnTo>
                  <a:cubicBezTo>
                    <a:pt x="206" y="177"/>
                    <a:pt x="196" y="186"/>
                    <a:pt x="184" y="192"/>
                  </a:cubicBezTo>
                  <a:cubicBezTo>
                    <a:pt x="172" y="199"/>
                    <a:pt x="158" y="202"/>
                    <a:pt x="143" y="202"/>
                  </a:cubicBezTo>
                  <a:cubicBezTo>
                    <a:pt x="127" y="202"/>
                    <a:pt x="113" y="199"/>
                    <a:pt x="101" y="192"/>
                  </a:cubicBezTo>
                  <a:cubicBezTo>
                    <a:pt x="89" y="186"/>
                    <a:pt x="79" y="177"/>
                    <a:pt x="73" y="166"/>
                  </a:cubicBezTo>
                  <a:cubicBezTo>
                    <a:pt x="66" y="154"/>
                    <a:pt x="63" y="141"/>
                    <a:pt x="63" y="126"/>
                  </a:cubicBezTo>
                  <a:cubicBezTo>
                    <a:pt x="63" y="112"/>
                    <a:pt x="66" y="99"/>
                    <a:pt x="73" y="87"/>
                  </a:cubicBezTo>
                  <a:cubicBezTo>
                    <a:pt x="79" y="76"/>
                    <a:pt x="89" y="67"/>
                    <a:pt x="101" y="61"/>
                  </a:cubicBezTo>
                  <a:cubicBezTo>
                    <a:pt x="113" y="55"/>
                    <a:pt x="127" y="52"/>
                    <a:pt x="143" y="52"/>
                  </a:cubicBezTo>
                  <a:cubicBezTo>
                    <a:pt x="158" y="52"/>
                    <a:pt x="172" y="55"/>
                    <a:pt x="184" y="61"/>
                  </a:cubicBezTo>
                  <a:cubicBezTo>
                    <a:pt x="196" y="67"/>
                    <a:pt x="206" y="76"/>
                    <a:pt x="212" y="87"/>
                  </a:cubicBezTo>
                  <a:cubicBezTo>
                    <a:pt x="219" y="99"/>
                    <a:pt x="223" y="112"/>
                    <a:pt x="223" y="126"/>
                  </a:cubicBezTo>
                  <a:cubicBezTo>
                    <a:pt x="223" y="141"/>
                    <a:pt x="219" y="154"/>
                    <a:pt x="212" y="166"/>
                  </a:cubicBezTo>
                  <a:close/>
                  <a:moveTo>
                    <a:pt x="225" y="38"/>
                  </a:moveTo>
                  <a:lnTo>
                    <a:pt x="225" y="38"/>
                  </a:lnTo>
                  <a:cubicBezTo>
                    <a:pt x="216" y="28"/>
                    <a:pt x="206" y="19"/>
                    <a:pt x="194" y="13"/>
                  </a:cubicBezTo>
                  <a:cubicBezTo>
                    <a:pt x="176" y="4"/>
                    <a:pt x="156" y="0"/>
                    <a:pt x="133" y="0"/>
                  </a:cubicBezTo>
                  <a:cubicBezTo>
                    <a:pt x="108" y="0"/>
                    <a:pt x="86" y="5"/>
                    <a:pt x="66" y="16"/>
                  </a:cubicBezTo>
                  <a:cubicBezTo>
                    <a:pt x="46" y="26"/>
                    <a:pt x="30" y="41"/>
                    <a:pt x="18" y="60"/>
                  </a:cubicBezTo>
                  <a:cubicBezTo>
                    <a:pt x="6" y="79"/>
                    <a:pt x="0" y="101"/>
                    <a:pt x="0" y="126"/>
                  </a:cubicBezTo>
                  <a:cubicBezTo>
                    <a:pt x="0" y="152"/>
                    <a:pt x="6" y="174"/>
                    <a:pt x="18" y="193"/>
                  </a:cubicBezTo>
                  <a:cubicBezTo>
                    <a:pt x="30" y="212"/>
                    <a:pt x="46" y="227"/>
                    <a:pt x="66" y="238"/>
                  </a:cubicBezTo>
                  <a:cubicBezTo>
                    <a:pt x="86" y="249"/>
                    <a:pt x="108" y="254"/>
                    <a:pt x="133" y="254"/>
                  </a:cubicBezTo>
                  <a:cubicBezTo>
                    <a:pt x="156" y="254"/>
                    <a:pt x="176" y="249"/>
                    <a:pt x="194" y="240"/>
                  </a:cubicBezTo>
                  <a:cubicBezTo>
                    <a:pt x="204" y="235"/>
                    <a:pt x="213" y="228"/>
                    <a:pt x="222" y="219"/>
                  </a:cubicBezTo>
                  <a:lnTo>
                    <a:pt x="222" y="233"/>
                  </a:lnTo>
                  <a:cubicBezTo>
                    <a:pt x="222" y="259"/>
                    <a:pt x="215" y="279"/>
                    <a:pt x="201" y="293"/>
                  </a:cubicBezTo>
                  <a:cubicBezTo>
                    <a:pt x="188" y="306"/>
                    <a:pt x="167" y="313"/>
                    <a:pt x="138" y="313"/>
                  </a:cubicBezTo>
                  <a:cubicBezTo>
                    <a:pt x="120" y="313"/>
                    <a:pt x="102" y="310"/>
                    <a:pt x="84" y="304"/>
                  </a:cubicBezTo>
                  <a:cubicBezTo>
                    <a:pt x="67" y="298"/>
                    <a:pt x="52" y="291"/>
                    <a:pt x="41" y="281"/>
                  </a:cubicBezTo>
                  <a:lnTo>
                    <a:pt x="13" y="327"/>
                  </a:lnTo>
                  <a:cubicBezTo>
                    <a:pt x="28" y="340"/>
                    <a:pt x="47" y="349"/>
                    <a:pt x="70" y="355"/>
                  </a:cubicBezTo>
                  <a:cubicBezTo>
                    <a:pt x="93" y="362"/>
                    <a:pt x="117" y="365"/>
                    <a:pt x="141" y="365"/>
                  </a:cubicBezTo>
                  <a:cubicBezTo>
                    <a:pt x="187" y="365"/>
                    <a:pt x="222" y="354"/>
                    <a:pt x="247" y="331"/>
                  </a:cubicBezTo>
                  <a:cubicBezTo>
                    <a:pt x="271" y="309"/>
                    <a:pt x="283" y="274"/>
                    <a:pt x="283" y="226"/>
                  </a:cubicBezTo>
                  <a:lnTo>
                    <a:pt x="283" y="3"/>
                  </a:lnTo>
                  <a:lnTo>
                    <a:pt x="225" y="3"/>
                  </a:lnTo>
                  <a:lnTo>
                    <a:pt x="22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0C891D60-546B-46BB-AD67-7A1739DBDE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53715" y="2182833"/>
              <a:ext cx="144463" cy="254003"/>
            </a:xfrm>
            <a:custGeom>
              <a:avLst/>
              <a:gdLst>
                <a:gd name="T0" fmla="*/ 152 w 152"/>
                <a:gd name="T1" fmla="*/ 0 h 266"/>
                <a:gd name="T2" fmla="*/ 152 w 152"/>
                <a:gd name="T3" fmla="*/ 0 h 266"/>
                <a:gd name="T4" fmla="*/ 89 w 152"/>
                <a:gd name="T5" fmla="*/ 14 h 266"/>
                <a:gd name="T6" fmla="*/ 59 w 152"/>
                <a:gd name="T7" fmla="*/ 42 h 266"/>
                <a:gd name="T8" fmla="*/ 59 w 152"/>
                <a:gd name="T9" fmla="*/ 3 h 266"/>
                <a:gd name="T10" fmla="*/ 0 w 152"/>
                <a:gd name="T11" fmla="*/ 3 h 266"/>
                <a:gd name="T12" fmla="*/ 0 w 152"/>
                <a:gd name="T13" fmla="*/ 266 h 266"/>
                <a:gd name="T14" fmla="*/ 62 w 152"/>
                <a:gd name="T15" fmla="*/ 266 h 266"/>
                <a:gd name="T16" fmla="*/ 62 w 152"/>
                <a:gd name="T17" fmla="*/ 139 h 266"/>
                <a:gd name="T18" fmla="*/ 82 w 152"/>
                <a:gd name="T19" fmla="*/ 78 h 266"/>
                <a:gd name="T20" fmla="*/ 138 w 152"/>
                <a:gd name="T21" fmla="*/ 58 h 266"/>
                <a:gd name="T22" fmla="*/ 145 w 152"/>
                <a:gd name="T23" fmla="*/ 58 h 266"/>
                <a:gd name="T24" fmla="*/ 152 w 152"/>
                <a:gd name="T25" fmla="*/ 59 h 266"/>
                <a:gd name="T26" fmla="*/ 152 w 152"/>
                <a:gd name="T27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2" h="266">
                  <a:moveTo>
                    <a:pt x="152" y="0"/>
                  </a:moveTo>
                  <a:lnTo>
                    <a:pt x="152" y="0"/>
                  </a:lnTo>
                  <a:cubicBezTo>
                    <a:pt x="127" y="0"/>
                    <a:pt x="106" y="5"/>
                    <a:pt x="89" y="14"/>
                  </a:cubicBezTo>
                  <a:cubicBezTo>
                    <a:pt x="76" y="21"/>
                    <a:pt x="66" y="30"/>
                    <a:pt x="59" y="42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9"/>
                  </a:lnTo>
                  <a:cubicBezTo>
                    <a:pt x="62" y="112"/>
                    <a:pt x="69" y="92"/>
                    <a:pt x="82" y="78"/>
                  </a:cubicBezTo>
                  <a:cubicBezTo>
                    <a:pt x="96" y="64"/>
                    <a:pt x="115" y="58"/>
                    <a:pt x="138" y="58"/>
                  </a:cubicBezTo>
                  <a:cubicBezTo>
                    <a:pt x="140" y="58"/>
                    <a:pt x="143" y="58"/>
                    <a:pt x="145" y="58"/>
                  </a:cubicBezTo>
                  <a:cubicBezTo>
                    <a:pt x="147" y="58"/>
                    <a:pt x="150" y="58"/>
                    <a:pt x="152" y="59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1859A7E0-E765-4233-A752-60F58F8CD2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98178" y="2182833"/>
              <a:ext cx="228600" cy="257178"/>
            </a:xfrm>
            <a:custGeom>
              <a:avLst/>
              <a:gdLst>
                <a:gd name="T0" fmla="*/ 152 w 239"/>
                <a:gd name="T1" fmla="*/ 215 h 270"/>
                <a:gd name="T2" fmla="*/ 152 w 239"/>
                <a:gd name="T3" fmla="*/ 215 h 270"/>
                <a:gd name="T4" fmla="*/ 111 w 239"/>
                <a:gd name="T5" fmla="*/ 225 h 270"/>
                <a:gd name="T6" fmla="*/ 74 w 239"/>
                <a:gd name="T7" fmla="*/ 215 h 270"/>
                <a:gd name="T8" fmla="*/ 61 w 239"/>
                <a:gd name="T9" fmla="*/ 189 h 270"/>
                <a:gd name="T10" fmla="*/ 72 w 239"/>
                <a:gd name="T11" fmla="*/ 164 h 270"/>
                <a:gd name="T12" fmla="*/ 114 w 239"/>
                <a:gd name="T13" fmla="*/ 154 h 270"/>
                <a:gd name="T14" fmla="*/ 178 w 239"/>
                <a:gd name="T15" fmla="*/ 154 h 270"/>
                <a:gd name="T16" fmla="*/ 178 w 239"/>
                <a:gd name="T17" fmla="*/ 184 h 270"/>
                <a:gd name="T18" fmla="*/ 152 w 239"/>
                <a:gd name="T19" fmla="*/ 215 h 270"/>
                <a:gd name="T20" fmla="*/ 120 w 239"/>
                <a:gd name="T21" fmla="*/ 0 h 270"/>
                <a:gd name="T22" fmla="*/ 120 w 239"/>
                <a:gd name="T23" fmla="*/ 0 h 270"/>
                <a:gd name="T24" fmla="*/ 59 w 239"/>
                <a:gd name="T25" fmla="*/ 9 h 270"/>
                <a:gd name="T26" fmla="*/ 8 w 239"/>
                <a:gd name="T27" fmla="*/ 33 h 270"/>
                <a:gd name="T28" fmla="*/ 32 w 239"/>
                <a:gd name="T29" fmla="*/ 78 h 270"/>
                <a:gd name="T30" fmla="*/ 69 w 239"/>
                <a:gd name="T31" fmla="*/ 59 h 270"/>
                <a:gd name="T32" fmla="*/ 112 w 239"/>
                <a:gd name="T33" fmla="*/ 52 h 270"/>
                <a:gd name="T34" fmla="*/ 161 w 239"/>
                <a:gd name="T35" fmla="*/ 67 h 270"/>
                <a:gd name="T36" fmla="*/ 178 w 239"/>
                <a:gd name="T37" fmla="*/ 109 h 270"/>
                <a:gd name="T38" fmla="*/ 178 w 239"/>
                <a:gd name="T39" fmla="*/ 113 h 270"/>
                <a:gd name="T40" fmla="*/ 110 w 239"/>
                <a:gd name="T41" fmla="*/ 113 h 270"/>
                <a:gd name="T42" fmla="*/ 46 w 239"/>
                <a:gd name="T43" fmla="*/ 123 h 270"/>
                <a:gd name="T44" fmla="*/ 11 w 239"/>
                <a:gd name="T45" fmla="*/ 151 h 270"/>
                <a:gd name="T46" fmla="*/ 0 w 239"/>
                <a:gd name="T47" fmla="*/ 191 h 270"/>
                <a:gd name="T48" fmla="*/ 12 w 239"/>
                <a:gd name="T49" fmla="*/ 232 h 270"/>
                <a:gd name="T50" fmla="*/ 47 w 239"/>
                <a:gd name="T51" fmla="*/ 260 h 270"/>
                <a:gd name="T52" fmla="*/ 98 w 239"/>
                <a:gd name="T53" fmla="*/ 270 h 270"/>
                <a:gd name="T54" fmla="*/ 156 w 239"/>
                <a:gd name="T55" fmla="*/ 257 h 270"/>
                <a:gd name="T56" fmla="*/ 181 w 239"/>
                <a:gd name="T57" fmla="*/ 234 h 270"/>
                <a:gd name="T58" fmla="*/ 181 w 239"/>
                <a:gd name="T59" fmla="*/ 266 h 270"/>
                <a:gd name="T60" fmla="*/ 239 w 239"/>
                <a:gd name="T61" fmla="*/ 266 h 270"/>
                <a:gd name="T62" fmla="*/ 239 w 239"/>
                <a:gd name="T63" fmla="*/ 112 h 270"/>
                <a:gd name="T64" fmla="*/ 208 w 239"/>
                <a:gd name="T65" fmla="*/ 28 h 270"/>
                <a:gd name="T66" fmla="*/ 120 w 239"/>
                <a:gd name="T6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" h="270">
                  <a:moveTo>
                    <a:pt x="152" y="215"/>
                  </a:moveTo>
                  <a:lnTo>
                    <a:pt x="152" y="215"/>
                  </a:lnTo>
                  <a:cubicBezTo>
                    <a:pt x="140" y="222"/>
                    <a:pt x="126" y="225"/>
                    <a:pt x="111" y="225"/>
                  </a:cubicBezTo>
                  <a:cubicBezTo>
                    <a:pt x="95" y="225"/>
                    <a:pt x="83" y="222"/>
                    <a:pt x="74" y="215"/>
                  </a:cubicBezTo>
                  <a:cubicBezTo>
                    <a:pt x="65" y="209"/>
                    <a:pt x="61" y="200"/>
                    <a:pt x="61" y="189"/>
                  </a:cubicBezTo>
                  <a:cubicBezTo>
                    <a:pt x="61" y="179"/>
                    <a:pt x="65" y="170"/>
                    <a:pt x="72" y="164"/>
                  </a:cubicBezTo>
                  <a:cubicBezTo>
                    <a:pt x="79" y="157"/>
                    <a:pt x="93" y="154"/>
                    <a:pt x="114" y="154"/>
                  </a:cubicBezTo>
                  <a:lnTo>
                    <a:pt x="178" y="154"/>
                  </a:lnTo>
                  <a:lnTo>
                    <a:pt x="178" y="184"/>
                  </a:lnTo>
                  <a:cubicBezTo>
                    <a:pt x="172" y="198"/>
                    <a:pt x="164" y="208"/>
                    <a:pt x="152" y="215"/>
                  </a:cubicBezTo>
                  <a:close/>
                  <a:moveTo>
                    <a:pt x="120" y="0"/>
                  </a:moveTo>
                  <a:lnTo>
                    <a:pt x="120" y="0"/>
                  </a:lnTo>
                  <a:cubicBezTo>
                    <a:pt x="99" y="0"/>
                    <a:pt x="78" y="3"/>
                    <a:pt x="59" y="9"/>
                  </a:cubicBezTo>
                  <a:cubicBezTo>
                    <a:pt x="39" y="14"/>
                    <a:pt x="22" y="22"/>
                    <a:pt x="8" y="33"/>
                  </a:cubicBezTo>
                  <a:lnTo>
                    <a:pt x="32" y="78"/>
                  </a:lnTo>
                  <a:cubicBezTo>
                    <a:pt x="42" y="70"/>
                    <a:pt x="54" y="63"/>
                    <a:pt x="69" y="59"/>
                  </a:cubicBezTo>
                  <a:cubicBezTo>
                    <a:pt x="83" y="54"/>
                    <a:pt x="97" y="52"/>
                    <a:pt x="112" y="52"/>
                  </a:cubicBezTo>
                  <a:cubicBezTo>
                    <a:pt x="134" y="52"/>
                    <a:pt x="151" y="57"/>
                    <a:pt x="161" y="67"/>
                  </a:cubicBezTo>
                  <a:cubicBezTo>
                    <a:pt x="172" y="77"/>
                    <a:pt x="178" y="91"/>
                    <a:pt x="178" y="109"/>
                  </a:cubicBezTo>
                  <a:lnTo>
                    <a:pt x="178" y="113"/>
                  </a:lnTo>
                  <a:lnTo>
                    <a:pt x="110" y="113"/>
                  </a:lnTo>
                  <a:cubicBezTo>
                    <a:pt x="83" y="113"/>
                    <a:pt x="62" y="116"/>
                    <a:pt x="46" y="123"/>
                  </a:cubicBezTo>
                  <a:cubicBezTo>
                    <a:pt x="30" y="130"/>
                    <a:pt x="18" y="139"/>
                    <a:pt x="11" y="151"/>
                  </a:cubicBezTo>
                  <a:cubicBezTo>
                    <a:pt x="4" y="163"/>
                    <a:pt x="0" y="176"/>
                    <a:pt x="0" y="191"/>
                  </a:cubicBezTo>
                  <a:cubicBezTo>
                    <a:pt x="0" y="206"/>
                    <a:pt x="4" y="220"/>
                    <a:pt x="12" y="232"/>
                  </a:cubicBezTo>
                  <a:cubicBezTo>
                    <a:pt x="20" y="244"/>
                    <a:pt x="32" y="253"/>
                    <a:pt x="47" y="260"/>
                  </a:cubicBezTo>
                  <a:cubicBezTo>
                    <a:pt x="61" y="266"/>
                    <a:pt x="79" y="270"/>
                    <a:pt x="98" y="270"/>
                  </a:cubicBezTo>
                  <a:cubicBezTo>
                    <a:pt x="122" y="270"/>
                    <a:pt x="141" y="266"/>
                    <a:pt x="156" y="257"/>
                  </a:cubicBezTo>
                  <a:cubicBezTo>
                    <a:pt x="167" y="251"/>
                    <a:pt x="175" y="243"/>
                    <a:pt x="181" y="234"/>
                  </a:cubicBezTo>
                  <a:lnTo>
                    <a:pt x="181" y="266"/>
                  </a:lnTo>
                  <a:lnTo>
                    <a:pt x="239" y="266"/>
                  </a:lnTo>
                  <a:lnTo>
                    <a:pt x="239" y="112"/>
                  </a:lnTo>
                  <a:cubicBezTo>
                    <a:pt x="239" y="74"/>
                    <a:pt x="229" y="46"/>
                    <a:pt x="208" y="28"/>
                  </a:cubicBezTo>
                  <a:cubicBezTo>
                    <a:pt x="187" y="10"/>
                    <a:pt x="158" y="0"/>
                    <a:pt x="12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BB8B5681-D0E9-41B6-AC56-56C296415A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3766" y="2130445"/>
              <a:ext cx="184150" cy="309566"/>
            </a:xfrm>
            <a:custGeom>
              <a:avLst/>
              <a:gdLst>
                <a:gd name="T0" fmla="*/ 142 w 193"/>
                <a:gd name="T1" fmla="*/ 274 h 325"/>
                <a:gd name="T2" fmla="*/ 142 w 193"/>
                <a:gd name="T3" fmla="*/ 274 h 325"/>
                <a:gd name="T4" fmla="*/ 115 w 193"/>
                <a:gd name="T5" fmla="*/ 264 h 325"/>
                <a:gd name="T6" fmla="*/ 105 w 193"/>
                <a:gd name="T7" fmla="*/ 235 h 325"/>
                <a:gd name="T8" fmla="*/ 105 w 193"/>
                <a:gd name="T9" fmla="*/ 110 h 325"/>
                <a:gd name="T10" fmla="*/ 176 w 193"/>
                <a:gd name="T11" fmla="*/ 110 h 325"/>
                <a:gd name="T12" fmla="*/ 176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4 w 193"/>
                <a:gd name="T19" fmla="*/ 0 h 325"/>
                <a:gd name="T20" fmla="*/ 44 w 193"/>
                <a:gd name="T21" fmla="*/ 60 h 325"/>
                <a:gd name="T22" fmla="*/ 0 w 193"/>
                <a:gd name="T23" fmla="*/ 60 h 325"/>
                <a:gd name="T24" fmla="*/ 0 w 193"/>
                <a:gd name="T25" fmla="*/ 110 h 325"/>
                <a:gd name="T26" fmla="*/ 44 w 193"/>
                <a:gd name="T27" fmla="*/ 110 h 325"/>
                <a:gd name="T28" fmla="*/ 44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7 w 193"/>
                <a:gd name="T35" fmla="*/ 320 h 325"/>
                <a:gd name="T36" fmla="*/ 193 w 193"/>
                <a:gd name="T37" fmla="*/ 307 h 325"/>
                <a:gd name="T38" fmla="*/ 176 w 193"/>
                <a:gd name="T39" fmla="*/ 263 h 325"/>
                <a:gd name="T40" fmla="*/ 142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1"/>
                    <a:pt x="115" y="264"/>
                  </a:cubicBezTo>
                  <a:cubicBezTo>
                    <a:pt x="108" y="257"/>
                    <a:pt x="105" y="247"/>
                    <a:pt x="105" y="235"/>
                  </a:cubicBezTo>
                  <a:lnTo>
                    <a:pt x="105" y="110"/>
                  </a:lnTo>
                  <a:lnTo>
                    <a:pt x="176" y="110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10"/>
                  </a:lnTo>
                  <a:lnTo>
                    <a:pt x="44" y="110"/>
                  </a:lnTo>
                  <a:lnTo>
                    <a:pt x="44" y="236"/>
                  </a:lnTo>
                  <a:cubicBezTo>
                    <a:pt x="44" y="265"/>
                    <a:pt x="52" y="288"/>
                    <a:pt x="67" y="302"/>
                  </a:cubicBezTo>
                  <a:cubicBezTo>
                    <a:pt x="83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7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6" y="263"/>
                  </a:lnTo>
                  <a:cubicBezTo>
                    <a:pt x="167" y="271"/>
                    <a:pt x="155" y="274"/>
                    <a:pt x="142" y="27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855C489F-B529-456D-A49C-948AED2FEB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4266" y="2182833"/>
              <a:ext cx="255588" cy="257178"/>
            </a:xfrm>
            <a:custGeom>
              <a:avLst/>
              <a:gdLst>
                <a:gd name="T0" fmla="*/ 69 w 269"/>
                <a:gd name="T1" fmla="*/ 87 h 270"/>
                <a:gd name="T2" fmla="*/ 69 w 269"/>
                <a:gd name="T3" fmla="*/ 87 h 270"/>
                <a:gd name="T4" fmla="*/ 96 w 269"/>
                <a:gd name="T5" fmla="*/ 60 h 270"/>
                <a:gd name="T6" fmla="*/ 136 w 269"/>
                <a:gd name="T7" fmla="*/ 50 h 270"/>
                <a:gd name="T8" fmla="*/ 175 w 269"/>
                <a:gd name="T9" fmla="*/ 60 h 270"/>
                <a:gd name="T10" fmla="*/ 202 w 269"/>
                <a:gd name="T11" fmla="*/ 87 h 270"/>
                <a:gd name="T12" fmla="*/ 210 w 269"/>
                <a:gd name="T13" fmla="*/ 114 h 270"/>
                <a:gd name="T14" fmla="*/ 61 w 269"/>
                <a:gd name="T15" fmla="*/ 114 h 270"/>
                <a:gd name="T16" fmla="*/ 69 w 269"/>
                <a:gd name="T17" fmla="*/ 87 h 270"/>
                <a:gd name="T18" fmla="*/ 204 w 269"/>
                <a:gd name="T19" fmla="*/ 17 h 270"/>
                <a:gd name="T20" fmla="*/ 204 w 269"/>
                <a:gd name="T21" fmla="*/ 17 h 270"/>
                <a:gd name="T22" fmla="*/ 136 w 269"/>
                <a:gd name="T23" fmla="*/ 0 h 270"/>
                <a:gd name="T24" fmla="*/ 66 w 269"/>
                <a:gd name="T25" fmla="*/ 18 h 270"/>
                <a:gd name="T26" fmla="*/ 17 w 269"/>
                <a:gd name="T27" fmla="*/ 65 h 270"/>
                <a:gd name="T28" fmla="*/ 0 w 269"/>
                <a:gd name="T29" fmla="*/ 135 h 270"/>
                <a:gd name="T30" fmla="*/ 18 w 269"/>
                <a:gd name="T31" fmla="*/ 204 h 270"/>
                <a:gd name="T32" fmla="*/ 68 w 269"/>
                <a:gd name="T33" fmla="*/ 252 h 270"/>
                <a:gd name="T34" fmla="*/ 145 w 269"/>
                <a:gd name="T35" fmla="*/ 270 h 270"/>
                <a:gd name="T36" fmla="*/ 206 w 269"/>
                <a:gd name="T37" fmla="*/ 259 h 270"/>
                <a:gd name="T38" fmla="*/ 251 w 269"/>
                <a:gd name="T39" fmla="*/ 227 h 270"/>
                <a:gd name="T40" fmla="*/ 218 w 269"/>
                <a:gd name="T41" fmla="*/ 189 h 270"/>
                <a:gd name="T42" fmla="*/ 186 w 269"/>
                <a:gd name="T43" fmla="*/ 211 h 270"/>
                <a:gd name="T44" fmla="*/ 147 w 269"/>
                <a:gd name="T45" fmla="*/ 218 h 270"/>
                <a:gd name="T46" fmla="*/ 101 w 269"/>
                <a:gd name="T47" fmla="*/ 208 h 270"/>
                <a:gd name="T48" fmla="*/ 71 w 269"/>
                <a:gd name="T49" fmla="*/ 180 h 270"/>
                <a:gd name="T50" fmla="*/ 62 w 269"/>
                <a:gd name="T51" fmla="*/ 155 h 270"/>
                <a:gd name="T52" fmla="*/ 268 w 269"/>
                <a:gd name="T53" fmla="*/ 155 h 270"/>
                <a:gd name="T54" fmla="*/ 268 w 269"/>
                <a:gd name="T55" fmla="*/ 145 h 270"/>
                <a:gd name="T56" fmla="*/ 269 w 269"/>
                <a:gd name="T57" fmla="*/ 136 h 270"/>
                <a:gd name="T58" fmla="*/ 251 w 269"/>
                <a:gd name="T59" fmla="*/ 64 h 270"/>
                <a:gd name="T60" fmla="*/ 204 w 269"/>
                <a:gd name="T61" fmla="*/ 1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69" y="87"/>
                  </a:moveTo>
                  <a:lnTo>
                    <a:pt x="69" y="87"/>
                  </a:lnTo>
                  <a:cubicBezTo>
                    <a:pt x="76" y="75"/>
                    <a:pt x="85" y="66"/>
                    <a:pt x="96" y="60"/>
                  </a:cubicBezTo>
                  <a:cubicBezTo>
                    <a:pt x="107" y="53"/>
                    <a:pt x="121" y="50"/>
                    <a:pt x="136" y="50"/>
                  </a:cubicBezTo>
                  <a:cubicBezTo>
                    <a:pt x="150" y="50"/>
                    <a:pt x="164" y="53"/>
                    <a:pt x="175" y="60"/>
                  </a:cubicBezTo>
                  <a:cubicBezTo>
                    <a:pt x="186" y="66"/>
                    <a:pt x="195" y="75"/>
                    <a:pt x="202" y="87"/>
                  </a:cubicBezTo>
                  <a:cubicBezTo>
                    <a:pt x="206" y="95"/>
                    <a:pt x="209" y="104"/>
                    <a:pt x="210" y="114"/>
                  </a:cubicBezTo>
                  <a:lnTo>
                    <a:pt x="61" y="114"/>
                  </a:lnTo>
                  <a:cubicBezTo>
                    <a:pt x="63" y="104"/>
                    <a:pt x="65" y="95"/>
                    <a:pt x="69" y="87"/>
                  </a:cubicBezTo>
                  <a:close/>
                  <a:moveTo>
                    <a:pt x="204" y="17"/>
                  </a:moveTo>
                  <a:lnTo>
                    <a:pt x="204" y="17"/>
                  </a:lnTo>
                  <a:cubicBezTo>
                    <a:pt x="184" y="6"/>
                    <a:pt x="161" y="0"/>
                    <a:pt x="136" y="0"/>
                  </a:cubicBezTo>
                  <a:cubicBezTo>
                    <a:pt x="109" y="0"/>
                    <a:pt x="86" y="6"/>
                    <a:pt x="66" y="18"/>
                  </a:cubicBezTo>
                  <a:cubicBezTo>
                    <a:pt x="45" y="29"/>
                    <a:pt x="29" y="45"/>
                    <a:pt x="17" y="65"/>
                  </a:cubicBezTo>
                  <a:cubicBezTo>
                    <a:pt x="6" y="85"/>
                    <a:pt x="0" y="109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5"/>
                    <a:pt x="47" y="241"/>
                    <a:pt x="68" y="252"/>
                  </a:cubicBezTo>
                  <a:cubicBezTo>
                    <a:pt x="90" y="264"/>
                    <a:pt x="116" y="270"/>
                    <a:pt x="145" y="270"/>
                  </a:cubicBezTo>
                  <a:cubicBezTo>
                    <a:pt x="168" y="270"/>
                    <a:pt x="188" y="266"/>
                    <a:pt x="206" y="259"/>
                  </a:cubicBezTo>
                  <a:cubicBezTo>
                    <a:pt x="224" y="251"/>
                    <a:pt x="239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8" y="206"/>
                    <a:pt x="186" y="211"/>
                  </a:cubicBezTo>
                  <a:cubicBezTo>
                    <a:pt x="175" y="215"/>
                    <a:pt x="161" y="218"/>
                    <a:pt x="147" y="218"/>
                  </a:cubicBezTo>
                  <a:cubicBezTo>
                    <a:pt x="129" y="218"/>
                    <a:pt x="114" y="214"/>
                    <a:pt x="101" y="208"/>
                  </a:cubicBezTo>
                  <a:cubicBezTo>
                    <a:pt x="88" y="201"/>
                    <a:pt x="78" y="192"/>
                    <a:pt x="71" y="180"/>
                  </a:cubicBezTo>
                  <a:cubicBezTo>
                    <a:pt x="66" y="172"/>
                    <a:pt x="63" y="164"/>
                    <a:pt x="62" y="155"/>
                  </a:cubicBezTo>
                  <a:lnTo>
                    <a:pt x="268" y="155"/>
                  </a:lnTo>
                  <a:cubicBezTo>
                    <a:pt x="268" y="152"/>
                    <a:pt x="268" y="149"/>
                    <a:pt x="268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9"/>
                    <a:pt x="263" y="85"/>
                    <a:pt x="251" y="64"/>
                  </a:cubicBezTo>
                  <a:cubicBezTo>
                    <a:pt x="240" y="44"/>
                    <a:pt x="224" y="28"/>
                    <a:pt x="204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E6453BF9-9767-4CED-BC3B-779D163A84A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22079" y="2087582"/>
              <a:ext cx="265113" cy="352428"/>
            </a:xfrm>
            <a:custGeom>
              <a:avLst/>
              <a:gdLst>
                <a:gd name="T0" fmla="*/ 208 w 279"/>
                <a:gd name="T1" fmla="*/ 278 h 369"/>
                <a:gd name="T2" fmla="*/ 208 w 279"/>
                <a:gd name="T3" fmla="*/ 278 h 369"/>
                <a:gd name="T4" fmla="*/ 180 w 279"/>
                <a:gd name="T5" fmla="*/ 306 h 369"/>
                <a:gd name="T6" fmla="*/ 141 w 279"/>
                <a:gd name="T7" fmla="*/ 316 h 369"/>
                <a:gd name="T8" fmla="*/ 101 w 279"/>
                <a:gd name="T9" fmla="*/ 306 h 369"/>
                <a:gd name="T10" fmla="*/ 73 w 279"/>
                <a:gd name="T11" fmla="*/ 278 h 369"/>
                <a:gd name="T12" fmla="*/ 62 w 279"/>
                <a:gd name="T13" fmla="*/ 234 h 369"/>
                <a:gd name="T14" fmla="*/ 73 w 279"/>
                <a:gd name="T15" fmla="*/ 190 h 369"/>
                <a:gd name="T16" fmla="*/ 101 w 279"/>
                <a:gd name="T17" fmla="*/ 162 h 369"/>
                <a:gd name="T18" fmla="*/ 141 w 279"/>
                <a:gd name="T19" fmla="*/ 152 h 369"/>
                <a:gd name="T20" fmla="*/ 180 w 279"/>
                <a:gd name="T21" fmla="*/ 162 h 369"/>
                <a:gd name="T22" fmla="*/ 208 w 279"/>
                <a:gd name="T23" fmla="*/ 190 h 369"/>
                <a:gd name="T24" fmla="*/ 219 w 279"/>
                <a:gd name="T25" fmla="*/ 234 h 369"/>
                <a:gd name="T26" fmla="*/ 208 w 279"/>
                <a:gd name="T27" fmla="*/ 278 h 369"/>
                <a:gd name="T28" fmla="*/ 218 w 279"/>
                <a:gd name="T29" fmla="*/ 0 h 369"/>
                <a:gd name="T30" fmla="*/ 218 w 279"/>
                <a:gd name="T31" fmla="*/ 0 h 369"/>
                <a:gd name="T32" fmla="*/ 218 w 279"/>
                <a:gd name="T33" fmla="*/ 135 h 369"/>
                <a:gd name="T34" fmla="*/ 192 w 279"/>
                <a:gd name="T35" fmla="*/ 114 h 369"/>
                <a:gd name="T36" fmla="*/ 133 w 279"/>
                <a:gd name="T37" fmla="*/ 99 h 369"/>
                <a:gd name="T38" fmla="*/ 65 w 279"/>
                <a:gd name="T39" fmla="*/ 116 h 369"/>
                <a:gd name="T40" fmla="*/ 18 w 279"/>
                <a:gd name="T41" fmla="*/ 163 h 369"/>
                <a:gd name="T42" fmla="*/ 0 w 279"/>
                <a:gd name="T43" fmla="*/ 234 h 369"/>
                <a:gd name="T44" fmla="*/ 18 w 279"/>
                <a:gd name="T45" fmla="*/ 305 h 369"/>
                <a:gd name="T46" fmla="*/ 65 w 279"/>
                <a:gd name="T47" fmla="*/ 352 h 369"/>
                <a:gd name="T48" fmla="*/ 133 w 279"/>
                <a:gd name="T49" fmla="*/ 369 h 369"/>
                <a:gd name="T50" fmla="*/ 193 w 279"/>
                <a:gd name="T51" fmla="*/ 354 h 369"/>
                <a:gd name="T52" fmla="*/ 220 w 279"/>
                <a:gd name="T53" fmla="*/ 331 h 369"/>
                <a:gd name="T54" fmla="*/ 220 w 279"/>
                <a:gd name="T55" fmla="*/ 365 h 369"/>
                <a:gd name="T56" fmla="*/ 279 w 279"/>
                <a:gd name="T57" fmla="*/ 365 h 369"/>
                <a:gd name="T58" fmla="*/ 279 w 279"/>
                <a:gd name="T59" fmla="*/ 0 h 369"/>
                <a:gd name="T60" fmla="*/ 218 w 279"/>
                <a:gd name="T6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9" h="369">
                  <a:moveTo>
                    <a:pt x="208" y="278"/>
                  </a:moveTo>
                  <a:lnTo>
                    <a:pt x="208" y="278"/>
                  </a:lnTo>
                  <a:cubicBezTo>
                    <a:pt x="201" y="290"/>
                    <a:pt x="192" y="300"/>
                    <a:pt x="180" y="306"/>
                  </a:cubicBezTo>
                  <a:cubicBezTo>
                    <a:pt x="169" y="313"/>
                    <a:pt x="155" y="316"/>
                    <a:pt x="141" y="316"/>
                  </a:cubicBezTo>
                  <a:cubicBezTo>
                    <a:pt x="126" y="316"/>
                    <a:pt x="113" y="313"/>
                    <a:pt x="101" y="306"/>
                  </a:cubicBezTo>
                  <a:cubicBezTo>
                    <a:pt x="89" y="300"/>
                    <a:pt x="80" y="290"/>
                    <a:pt x="73" y="278"/>
                  </a:cubicBezTo>
                  <a:cubicBezTo>
                    <a:pt x="66" y="265"/>
                    <a:pt x="62" y="251"/>
                    <a:pt x="62" y="234"/>
                  </a:cubicBezTo>
                  <a:cubicBezTo>
                    <a:pt x="62" y="217"/>
                    <a:pt x="66" y="202"/>
                    <a:pt x="73" y="190"/>
                  </a:cubicBezTo>
                  <a:cubicBezTo>
                    <a:pt x="80" y="178"/>
                    <a:pt x="89" y="168"/>
                    <a:pt x="101" y="162"/>
                  </a:cubicBezTo>
                  <a:cubicBezTo>
                    <a:pt x="113" y="155"/>
                    <a:pt x="126" y="152"/>
                    <a:pt x="141" y="152"/>
                  </a:cubicBezTo>
                  <a:cubicBezTo>
                    <a:pt x="155" y="152"/>
                    <a:pt x="169" y="155"/>
                    <a:pt x="180" y="162"/>
                  </a:cubicBezTo>
                  <a:cubicBezTo>
                    <a:pt x="192" y="168"/>
                    <a:pt x="201" y="178"/>
                    <a:pt x="208" y="190"/>
                  </a:cubicBezTo>
                  <a:cubicBezTo>
                    <a:pt x="215" y="202"/>
                    <a:pt x="219" y="217"/>
                    <a:pt x="219" y="234"/>
                  </a:cubicBezTo>
                  <a:cubicBezTo>
                    <a:pt x="219" y="251"/>
                    <a:pt x="215" y="265"/>
                    <a:pt x="208" y="278"/>
                  </a:cubicBezTo>
                  <a:close/>
                  <a:moveTo>
                    <a:pt x="218" y="0"/>
                  </a:moveTo>
                  <a:lnTo>
                    <a:pt x="218" y="0"/>
                  </a:lnTo>
                  <a:lnTo>
                    <a:pt x="218" y="135"/>
                  </a:lnTo>
                  <a:cubicBezTo>
                    <a:pt x="211" y="126"/>
                    <a:pt x="202" y="119"/>
                    <a:pt x="192" y="114"/>
                  </a:cubicBezTo>
                  <a:cubicBezTo>
                    <a:pt x="175" y="104"/>
                    <a:pt x="155" y="99"/>
                    <a:pt x="133" y="99"/>
                  </a:cubicBezTo>
                  <a:cubicBezTo>
                    <a:pt x="108" y="99"/>
                    <a:pt x="85" y="105"/>
                    <a:pt x="65" y="116"/>
                  </a:cubicBezTo>
                  <a:cubicBezTo>
                    <a:pt x="45" y="127"/>
                    <a:pt x="29" y="143"/>
                    <a:pt x="18" y="163"/>
                  </a:cubicBezTo>
                  <a:cubicBezTo>
                    <a:pt x="6" y="183"/>
                    <a:pt x="0" y="207"/>
                    <a:pt x="0" y="234"/>
                  </a:cubicBezTo>
                  <a:cubicBezTo>
                    <a:pt x="0" y="261"/>
                    <a:pt x="6" y="285"/>
                    <a:pt x="18" y="305"/>
                  </a:cubicBezTo>
                  <a:cubicBezTo>
                    <a:pt x="29" y="325"/>
                    <a:pt x="45" y="341"/>
                    <a:pt x="65" y="352"/>
                  </a:cubicBezTo>
                  <a:cubicBezTo>
                    <a:pt x="85" y="363"/>
                    <a:pt x="108" y="369"/>
                    <a:pt x="133" y="369"/>
                  </a:cubicBezTo>
                  <a:cubicBezTo>
                    <a:pt x="156" y="369"/>
                    <a:pt x="176" y="364"/>
                    <a:pt x="193" y="354"/>
                  </a:cubicBezTo>
                  <a:cubicBezTo>
                    <a:pt x="204" y="348"/>
                    <a:pt x="213" y="340"/>
                    <a:pt x="220" y="331"/>
                  </a:cubicBezTo>
                  <a:lnTo>
                    <a:pt x="220" y="365"/>
                  </a:lnTo>
                  <a:lnTo>
                    <a:pt x="279" y="365"/>
                  </a:lnTo>
                  <a:lnTo>
                    <a:pt x="279" y="0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6A471260-C3E7-42B7-843A-7351655C48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2001" y="1722454"/>
              <a:ext cx="73025" cy="82551"/>
            </a:xfrm>
            <a:custGeom>
              <a:avLst/>
              <a:gdLst>
                <a:gd name="T0" fmla="*/ 0 w 77"/>
                <a:gd name="T1" fmla="*/ 86 h 86"/>
                <a:gd name="T2" fmla="*/ 0 w 77"/>
                <a:gd name="T3" fmla="*/ 86 h 86"/>
                <a:gd name="T4" fmla="*/ 0 w 77"/>
                <a:gd name="T5" fmla="*/ 0 h 86"/>
                <a:gd name="T6" fmla="*/ 19 w 77"/>
                <a:gd name="T7" fmla="*/ 0 h 86"/>
                <a:gd name="T8" fmla="*/ 19 w 77"/>
                <a:gd name="T9" fmla="*/ 58 h 86"/>
                <a:gd name="T10" fmla="*/ 58 w 77"/>
                <a:gd name="T11" fmla="*/ 0 h 86"/>
                <a:gd name="T12" fmla="*/ 77 w 77"/>
                <a:gd name="T13" fmla="*/ 0 h 86"/>
                <a:gd name="T14" fmla="*/ 77 w 77"/>
                <a:gd name="T15" fmla="*/ 86 h 86"/>
                <a:gd name="T16" fmla="*/ 58 w 77"/>
                <a:gd name="T17" fmla="*/ 86 h 86"/>
                <a:gd name="T18" fmla="*/ 58 w 77"/>
                <a:gd name="T19" fmla="*/ 26 h 86"/>
                <a:gd name="T20" fmla="*/ 18 w 77"/>
                <a:gd name="T21" fmla="*/ 86 h 86"/>
                <a:gd name="T22" fmla="*/ 0 w 77"/>
                <a:gd name="T2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8"/>
                  </a:lnTo>
                  <a:lnTo>
                    <a:pt x="58" y="0"/>
                  </a:lnTo>
                  <a:lnTo>
                    <a:pt x="77" y="0"/>
                  </a:lnTo>
                  <a:lnTo>
                    <a:pt x="77" y="86"/>
                  </a:lnTo>
                  <a:lnTo>
                    <a:pt x="58" y="86"/>
                  </a:lnTo>
                  <a:lnTo>
                    <a:pt x="58" y="26"/>
                  </a:lnTo>
                  <a:lnTo>
                    <a:pt x="18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E73434ED-B945-4E15-BEAF-52737D9FA5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8839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A54D6D8F-20A1-4C3A-87EE-035B43F1F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7739" y="1722454"/>
              <a:ext cx="66675" cy="82551"/>
            </a:xfrm>
            <a:custGeom>
              <a:avLst/>
              <a:gdLst>
                <a:gd name="T0" fmla="*/ 25 w 69"/>
                <a:gd name="T1" fmla="*/ 86 h 86"/>
                <a:gd name="T2" fmla="*/ 25 w 69"/>
                <a:gd name="T3" fmla="*/ 86 h 86"/>
                <a:gd name="T4" fmla="*/ 25 w 69"/>
                <a:gd name="T5" fmla="*/ 16 h 86"/>
                <a:gd name="T6" fmla="*/ 0 w 69"/>
                <a:gd name="T7" fmla="*/ 16 h 86"/>
                <a:gd name="T8" fmla="*/ 0 w 69"/>
                <a:gd name="T9" fmla="*/ 0 h 86"/>
                <a:gd name="T10" fmla="*/ 69 w 69"/>
                <a:gd name="T11" fmla="*/ 0 h 86"/>
                <a:gd name="T12" fmla="*/ 69 w 69"/>
                <a:gd name="T13" fmla="*/ 16 h 86"/>
                <a:gd name="T14" fmla="*/ 44 w 69"/>
                <a:gd name="T15" fmla="*/ 16 h 86"/>
                <a:gd name="T16" fmla="*/ 44 w 69"/>
                <a:gd name="T17" fmla="*/ 86 h 86"/>
                <a:gd name="T18" fmla="*/ 25 w 69"/>
                <a:gd name="T1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86">
                  <a:moveTo>
                    <a:pt x="25" y="86"/>
                  </a:moveTo>
                  <a:lnTo>
                    <a:pt x="25" y="86"/>
                  </a:lnTo>
                  <a:lnTo>
                    <a:pt x="25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16"/>
                  </a:lnTo>
                  <a:lnTo>
                    <a:pt x="44" y="16"/>
                  </a:lnTo>
                  <a:lnTo>
                    <a:pt x="44" y="86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40ABFECC-F627-421A-A04C-DCE6B68813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3939" y="1720866"/>
              <a:ext cx="82550" cy="87313"/>
            </a:xfrm>
            <a:custGeom>
              <a:avLst/>
              <a:gdLst>
                <a:gd name="T0" fmla="*/ 44 w 87"/>
                <a:gd name="T1" fmla="*/ 15 h 91"/>
                <a:gd name="T2" fmla="*/ 44 w 87"/>
                <a:gd name="T3" fmla="*/ 15 h 91"/>
                <a:gd name="T4" fmla="*/ 20 w 87"/>
                <a:gd name="T5" fmla="*/ 38 h 91"/>
                <a:gd name="T6" fmla="*/ 69 w 87"/>
                <a:gd name="T7" fmla="*/ 38 h 91"/>
                <a:gd name="T8" fmla="*/ 44 w 87"/>
                <a:gd name="T9" fmla="*/ 15 h 91"/>
                <a:gd name="T10" fmla="*/ 0 w 87"/>
                <a:gd name="T11" fmla="*/ 45 h 91"/>
                <a:gd name="T12" fmla="*/ 0 w 87"/>
                <a:gd name="T13" fmla="*/ 45 h 91"/>
                <a:gd name="T14" fmla="*/ 44 w 87"/>
                <a:gd name="T15" fmla="*/ 0 h 91"/>
                <a:gd name="T16" fmla="*/ 87 w 87"/>
                <a:gd name="T17" fmla="*/ 47 h 91"/>
                <a:gd name="T18" fmla="*/ 87 w 87"/>
                <a:gd name="T19" fmla="*/ 51 h 91"/>
                <a:gd name="T20" fmla="*/ 20 w 87"/>
                <a:gd name="T21" fmla="*/ 51 h 91"/>
                <a:gd name="T22" fmla="*/ 48 w 87"/>
                <a:gd name="T23" fmla="*/ 75 h 91"/>
                <a:gd name="T24" fmla="*/ 72 w 87"/>
                <a:gd name="T25" fmla="*/ 66 h 91"/>
                <a:gd name="T26" fmla="*/ 81 w 87"/>
                <a:gd name="T27" fmla="*/ 78 h 91"/>
                <a:gd name="T28" fmla="*/ 46 w 87"/>
                <a:gd name="T29" fmla="*/ 91 h 91"/>
                <a:gd name="T30" fmla="*/ 0 w 87"/>
                <a:gd name="T31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7" h="91">
                  <a:moveTo>
                    <a:pt x="44" y="15"/>
                  </a:moveTo>
                  <a:lnTo>
                    <a:pt x="44" y="15"/>
                  </a:lnTo>
                  <a:cubicBezTo>
                    <a:pt x="28" y="15"/>
                    <a:pt x="20" y="27"/>
                    <a:pt x="20" y="38"/>
                  </a:cubicBezTo>
                  <a:lnTo>
                    <a:pt x="69" y="38"/>
                  </a:lnTo>
                  <a:cubicBezTo>
                    <a:pt x="68" y="28"/>
                    <a:pt x="61" y="15"/>
                    <a:pt x="44" y="1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8" y="0"/>
                    <a:pt x="44" y="0"/>
                  </a:cubicBezTo>
                  <a:cubicBezTo>
                    <a:pt x="70" y="0"/>
                    <a:pt x="87" y="19"/>
                    <a:pt x="87" y="47"/>
                  </a:cubicBezTo>
                  <a:lnTo>
                    <a:pt x="87" y="51"/>
                  </a:lnTo>
                  <a:lnTo>
                    <a:pt x="20" y="51"/>
                  </a:lnTo>
                  <a:cubicBezTo>
                    <a:pt x="21" y="64"/>
                    <a:pt x="31" y="75"/>
                    <a:pt x="48" y="75"/>
                  </a:cubicBezTo>
                  <a:cubicBezTo>
                    <a:pt x="56" y="75"/>
                    <a:pt x="66" y="72"/>
                    <a:pt x="72" y="66"/>
                  </a:cubicBezTo>
                  <a:lnTo>
                    <a:pt x="81" y="78"/>
                  </a:lnTo>
                  <a:cubicBezTo>
                    <a:pt x="72" y="86"/>
                    <a:pt x="59" y="91"/>
                    <a:pt x="46" y="91"/>
                  </a:cubicBezTo>
                  <a:cubicBezTo>
                    <a:pt x="19" y="91"/>
                    <a:pt x="0" y="72"/>
                    <a:pt x="0" y="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3E21BC8-4702-4A1B-8D7B-8A9BFB0C73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3952" y="1722454"/>
              <a:ext cx="63500" cy="82551"/>
            </a:xfrm>
            <a:custGeom>
              <a:avLst/>
              <a:gdLst>
                <a:gd name="T0" fmla="*/ 66 w 66"/>
                <a:gd name="T1" fmla="*/ 16 h 86"/>
                <a:gd name="T2" fmla="*/ 66 w 66"/>
                <a:gd name="T3" fmla="*/ 16 h 86"/>
                <a:gd name="T4" fmla="*/ 19 w 66"/>
                <a:gd name="T5" fmla="*/ 16 h 86"/>
                <a:gd name="T6" fmla="*/ 19 w 66"/>
                <a:gd name="T7" fmla="*/ 86 h 86"/>
                <a:gd name="T8" fmla="*/ 0 w 66"/>
                <a:gd name="T9" fmla="*/ 86 h 86"/>
                <a:gd name="T10" fmla="*/ 0 w 66"/>
                <a:gd name="T11" fmla="*/ 0 h 86"/>
                <a:gd name="T12" fmla="*/ 66 w 66"/>
                <a:gd name="T13" fmla="*/ 0 h 86"/>
                <a:gd name="T14" fmla="*/ 66 w 66"/>
                <a:gd name="T15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86">
                  <a:moveTo>
                    <a:pt x="66" y="16"/>
                  </a:moveTo>
                  <a:lnTo>
                    <a:pt x="66" y="16"/>
                  </a:lnTo>
                  <a:lnTo>
                    <a:pt x="19" y="16"/>
                  </a:lnTo>
                  <a:lnTo>
                    <a:pt x="19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EF4421E6-7B46-4A7F-BCF6-9A63FD3556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1739" y="1720866"/>
              <a:ext cx="80963" cy="115889"/>
            </a:xfrm>
            <a:custGeom>
              <a:avLst/>
              <a:gdLst>
                <a:gd name="T0" fmla="*/ 66 w 85"/>
                <a:gd name="T1" fmla="*/ 45 h 121"/>
                <a:gd name="T2" fmla="*/ 66 w 85"/>
                <a:gd name="T3" fmla="*/ 45 h 121"/>
                <a:gd name="T4" fmla="*/ 41 w 85"/>
                <a:gd name="T5" fmla="*/ 16 h 121"/>
                <a:gd name="T6" fmla="*/ 19 w 85"/>
                <a:gd name="T7" fmla="*/ 28 h 121"/>
                <a:gd name="T8" fmla="*/ 19 w 85"/>
                <a:gd name="T9" fmla="*/ 62 h 121"/>
                <a:gd name="T10" fmla="*/ 41 w 85"/>
                <a:gd name="T11" fmla="*/ 74 h 121"/>
                <a:gd name="T12" fmla="*/ 66 w 85"/>
                <a:gd name="T13" fmla="*/ 45 h 121"/>
                <a:gd name="T14" fmla="*/ 19 w 85"/>
                <a:gd name="T15" fmla="*/ 76 h 121"/>
                <a:gd name="T16" fmla="*/ 19 w 85"/>
                <a:gd name="T17" fmla="*/ 76 h 121"/>
                <a:gd name="T18" fmla="*/ 19 w 85"/>
                <a:gd name="T19" fmla="*/ 121 h 121"/>
                <a:gd name="T20" fmla="*/ 0 w 85"/>
                <a:gd name="T21" fmla="*/ 121 h 121"/>
                <a:gd name="T22" fmla="*/ 0 w 85"/>
                <a:gd name="T23" fmla="*/ 2 h 121"/>
                <a:gd name="T24" fmla="*/ 19 w 85"/>
                <a:gd name="T25" fmla="*/ 2 h 121"/>
                <a:gd name="T26" fmla="*/ 19 w 85"/>
                <a:gd name="T27" fmla="*/ 14 h 121"/>
                <a:gd name="T28" fmla="*/ 47 w 85"/>
                <a:gd name="T29" fmla="*/ 0 h 121"/>
                <a:gd name="T30" fmla="*/ 85 w 85"/>
                <a:gd name="T31" fmla="*/ 45 h 121"/>
                <a:gd name="T32" fmla="*/ 47 w 85"/>
                <a:gd name="T33" fmla="*/ 91 h 121"/>
                <a:gd name="T34" fmla="*/ 19 w 85"/>
                <a:gd name="T35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121">
                  <a:moveTo>
                    <a:pt x="66" y="45"/>
                  </a:moveTo>
                  <a:lnTo>
                    <a:pt x="66" y="45"/>
                  </a:lnTo>
                  <a:cubicBezTo>
                    <a:pt x="66" y="28"/>
                    <a:pt x="56" y="16"/>
                    <a:pt x="41" y="16"/>
                  </a:cubicBezTo>
                  <a:cubicBezTo>
                    <a:pt x="32" y="16"/>
                    <a:pt x="23" y="21"/>
                    <a:pt x="19" y="28"/>
                  </a:cubicBezTo>
                  <a:lnTo>
                    <a:pt x="19" y="62"/>
                  </a:lnTo>
                  <a:cubicBezTo>
                    <a:pt x="23" y="68"/>
                    <a:pt x="32" y="74"/>
                    <a:pt x="41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6"/>
                  </a:moveTo>
                  <a:lnTo>
                    <a:pt x="19" y="76"/>
                  </a:lnTo>
                  <a:lnTo>
                    <a:pt x="19" y="121"/>
                  </a:lnTo>
                  <a:lnTo>
                    <a:pt x="0" y="121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5" y="5"/>
                    <a:pt x="35" y="0"/>
                    <a:pt x="47" y="0"/>
                  </a:cubicBezTo>
                  <a:cubicBezTo>
                    <a:pt x="69" y="0"/>
                    <a:pt x="85" y="16"/>
                    <a:pt x="85" y="45"/>
                  </a:cubicBezTo>
                  <a:cubicBezTo>
                    <a:pt x="85" y="73"/>
                    <a:pt x="69" y="91"/>
                    <a:pt x="47" y="91"/>
                  </a:cubicBezTo>
                  <a:cubicBezTo>
                    <a:pt x="36" y="91"/>
                    <a:pt x="26" y="86"/>
                    <a:pt x="19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AD831BE4-2173-4433-981F-FD4F16D5B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0164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58 h 86"/>
                <a:gd name="T10" fmla="*/ 59 w 78"/>
                <a:gd name="T11" fmla="*/ 0 h 86"/>
                <a:gd name="T12" fmla="*/ 78 w 78"/>
                <a:gd name="T13" fmla="*/ 0 h 86"/>
                <a:gd name="T14" fmla="*/ 78 w 78"/>
                <a:gd name="T15" fmla="*/ 86 h 86"/>
                <a:gd name="T16" fmla="*/ 59 w 78"/>
                <a:gd name="T17" fmla="*/ 86 h 86"/>
                <a:gd name="T18" fmla="*/ 59 w 78"/>
                <a:gd name="T19" fmla="*/ 26 h 86"/>
                <a:gd name="T20" fmla="*/ 18 w 78"/>
                <a:gd name="T21" fmla="*/ 86 h 86"/>
                <a:gd name="T22" fmla="*/ 0 w 78"/>
                <a:gd name="T2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8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26"/>
                  </a:lnTo>
                  <a:lnTo>
                    <a:pt x="18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0B516B24-B12C-4191-BA12-1A3C8475E1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98590" y="1720866"/>
              <a:ext cx="80963" cy="115889"/>
            </a:xfrm>
            <a:custGeom>
              <a:avLst/>
              <a:gdLst>
                <a:gd name="T0" fmla="*/ 66 w 86"/>
                <a:gd name="T1" fmla="*/ 45 h 121"/>
                <a:gd name="T2" fmla="*/ 66 w 86"/>
                <a:gd name="T3" fmla="*/ 45 h 121"/>
                <a:gd name="T4" fmla="*/ 42 w 86"/>
                <a:gd name="T5" fmla="*/ 16 h 121"/>
                <a:gd name="T6" fmla="*/ 19 w 86"/>
                <a:gd name="T7" fmla="*/ 28 h 121"/>
                <a:gd name="T8" fmla="*/ 19 w 86"/>
                <a:gd name="T9" fmla="*/ 62 h 121"/>
                <a:gd name="T10" fmla="*/ 42 w 86"/>
                <a:gd name="T11" fmla="*/ 74 h 121"/>
                <a:gd name="T12" fmla="*/ 66 w 86"/>
                <a:gd name="T13" fmla="*/ 45 h 121"/>
                <a:gd name="T14" fmla="*/ 19 w 86"/>
                <a:gd name="T15" fmla="*/ 76 h 121"/>
                <a:gd name="T16" fmla="*/ 19 w 86"/>
                <a:gd name="T17" fmla="*/ 76 h 121"/>
                <a:gd name="T18" fmla="*/ 19 w 86"/>
                <a:gd name="T19" fmla="*/ 121 h 121"/>
                <a:gd name="T20" fmla="*/ 0 w 86"/>
                <a:gd name="T21" fmla="*/ 121 h 121"/>
                <a:gd name="T22" fmla="*/ 0 w 86"/>
                <a:gd name="T23" fmla="*/ 2 h 121"/>
                <a:gd name="T24" fmla="*/ 19 w 86"/>
                <a:gd name="T25" fmla="*/ 2 h 121"/>
                <a:gd name="T26" fmla="*/ 19 w 86"/>
                <a:gd name="T27" fmla="*/ 14 h 121"/>
                <a:gd name="T28" fmla="*/ 47 w 86"/>
                <a:gd name="T29" fmla="*/ 0 h 121"/>
                <a:gd name="T30" fmla="*/ 86 w 86"/>
                <a:gd name="T31" fmla="*/ 45 h 121"/>
                <a:gd name="T32" fmla="*/ 47 w 86"/>
                <a:gd name="T33" fmla="*/ 91 h 121"/>
                <a:gd name="T34" fmla="*/ 19 w 86"/>
                <a:gd name="T35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" h="121">
                  <a:moveTo>
                    <a:pt x="66" y="45"/>
                  </a:moveTo>
                  <a:lnTo>
                    <a:pt x="66" y="45"/>
                  </a:lnTo>
                  <a:cubicBezTo>
                    <a:pt x="66" y="28"/>
                    <a:pt x="56" y="16"/>
                    <a:pt x="42" y="16"/>
                  </a:cubicBezTo>
                  <a:cubicBezTo>
                    <a:pt x="33" y="16"/>
                    <a:pt x="23" y="21"/>
                    <a:pt x="19" y="28"/>
                  </a:cubicBezTo>
                  <a:lnTo>
                    <a:pt x="19" y="62"/>
                  </a:lnTo>
                  <a:cubicBezTo>
                    <a:pt x="23" y="68"/>
                    <a:pt x="33" y="74"/>
                    <a:pt x="42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6"/>
                  </a:moveTo>
                  <a:lnTo>
                    <a:pt x="19" y="76"/>
                  </a:lnTo>
                  <a:lnTo>
                    <a:pt x="19" y="121"/>
                  </a:lnTo>
                  <a:lnTo>
                    <a:pt x="0" y="121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6" y="5"/>
                    <a:pt x="36" y="0"/>
                    <a:pt x="47" y="0"/>
                  </a:cubicBezTo>
                  <a:cubicBezTo>
                    <a:pt x="70" y="0"/>
                    <a:pt x="86" y="16"/>
                    <a:pt x="86" y="45"/>
                  </a:cubicBezTo>
                  <a:cubicBezTo>
                    <a:pt x="86" y="73"/>
                    <a:pt x="70" y="91"/>
                    <a:pt x="47" y="91"/>
                  </a:cubicBezTo>
                  <a:cubicBezTo>
                    <a:pt x="36" y="91"/>
                    <a:pt x="26" y="86"/>
                    <a:pt x="19" y="7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F4D966A0-D170-4B1F-BA14-14DB5605B9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2252" y="1720866"/>
              <a:ext cx="85725" cy="87313"/>
            </a:xfrm>
            <a:custGeom>
              <a:avLst/>
              <a:gdLst>
                <a:gd name="T0" fmla="*/ 70 w 89"/>
                <a:gd name="T1" fmla="*/ 45 h 91"/>
                <a:gd name="T2" fmla="*/ 70 w 89"/>
                <a:gd name="T3" fmla="*/ 45 h 91"/>
                <a:gd name="T4" fmla="*/ 45 w 89"/>
                <a:gd name="T5" fmla="*/ 16 h 91"/>
                <a:gd name="T6" fmla="*/ 20 w 89"/>
                <a:gd name="T7" fmla="*/ 45 h 91"/>
                <a:gd name="T8" fmla="*/ 45 w 89"/>
                <a:gd name="T9" fmla="*/ 74 h 91"/>
                <a:gd name="T10" fmla="*/ 70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5 w 89"/>
                <a:gd name="T17" fmla="*/ 0 h 91"/>
                <a:gd name="T18" fmla="*/ 89 w 89"/>
                <a:gd name="T19" fmla="*/ 45 h 91"/>
                <a:gd name="T20" fmla="*/ 45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6"/>
                    <a:pt x="45" y="16"/>
                  </a:cubicBezTo>
                  <a:cubicBezTo>
                    <a:pt x="29" y="16"/>
                    <a:pt x="20" y="30"/>
                    <a:pt x="20" y="45"/>
                  </a:cubicBezTo>
                  <a:cubicBezTo>
                    <a:pt x="20" y="60"/>
                    <a:pt x="29" y="74"/>
                    <a:pt x="45" y="74"/>
                  </a:cubicBezTo>
                  <a:cubicBezTo>
                    <a:pt x="61" y="74"/>
                    <a:pt x="70" y="60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5" y="0"/>
                  </a:cubicBezTo>
                  <a:cubicBezTo>
                    <a:pt x="73" y="0"/>
                    <a:pt x="89" y="20"/>
                    <a:pt x="89" y="45"/>
                  </a:cubicBezTo>
                  <a:cubicBezTo>
                    <a:pt x="89" y="70"/>
                    <a:pt x="73" y="91"/>
                    <a:pt x="45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FD2843CB-4170-4281-B829-9945BEFE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440" y="1722454"/>
              <a:ext cx="76200" cy="82551"/>
            </a:xfrm>
            <a:custGeom>
              <a:avLst/>
              <a:gdLst>
                <a:gd name="T0" fmla="*/ 61 w 80"/>
                <a:gd name="T1" fmla="*/ 60 h 86"/>
                <a:gd name="T2" fmla="*/ 61 w 80"/>
                <a:gd name="T3" fmla="*/ 60 h 86"/>
                <a:gd name="T4" fmla="*/ 50 w 80"/>
                <a:gd name="T5" fmla="*/ 50 h 86"/>
                <a:gd name="T6" fmla="*/ 19 w 80"/>
                <a:gd name="T7" fmla="*/ 50 h 86"/>
                <a:gd name="T8" fmla="*/ 19 w 80"/>
                <a:gd name="T9" fmla="*/ 70 h 86"/>
                <a:gd name="T10" fmla="*/ 50 w 80"/>
                <a:gd name="T11" fmla="*/ 70 h 86"/>
                <a:gd name="T12" fmla="*/ 61 w 80"/>
                <a:gd name="T13" fmla="*/ 60 h 86"/>
                <a:gd name="T14" fmla="*/ 59 w 80"/>
                <a:gd name="T15" fmla="*/ 25 h 86"/>
                <a:gd name="T16" fmla="*/ 59 w 80"/>
                <a:gd name="T17" fmla="*/ 25 h 86"/>
                <a:gd name="T18" fmla="*/ 49 w 80"/>
                <a:gd name="T19" fmla="*/ 16 h 86"/>
                <a:gd name="T20" fmla="*/ 19 w 80"/>
                <a:gd name="T21" fmla="*/ 16 h 86"/>
                <a:gd name="T22" fmla="*/ 19 w 80"/>
                <a:gd name="T23" fmla="*/ 34 h 86"/>
                <a:gd name="T24" fmla="*/ 49 w 80"/>
                <a:gd name="T25" fmla="*/ 34 h 86"/>
                <a:gd name="T26" fmla="*/ 59 w 80"/>
                <a:gd name="T27" fmla="*/ 25 h 86"/>
                <a:gd name="T28" fmla="*/ 0 w 80"/>
                <a:gd name="T29" fmla="*/ 86 h 86"/>
                <a:gd name="T30" fmla="*/ 0 w 80"/>
                <a:gd name="T31" fmla="*/ 86 h 86"/>
                <a:gd name="T32" fmla="*/ 0 w 80"/>
                <a:gd name="T33" fmla="*/ 0 h 86"/>
                <a:gd name="T34" fmla="*/ 53 w 80"/>
                <a:gd name="T35" fmla="*/ 0 h 86"/>
                <a:gd name="T36" fmla="*/ 78 w 80"/>
                <a:gd name="T37" fmla="*/ 22 h 86"/>
                <a:gd name="T38" fmla="*/ 64 w 80"/>
                <a:gd name="T39" fmla="*/ 42 h 86"/>
                <a:gd name="T40" fmla="*/ 80 w 80"/>
                <a:gd name="T41" fmla="*/ 63 h 86"/>
                <a:gd name="T42" fmla="*/ 54 w 80"/>
                <a:gd name="T43" fmla="*/ 86 h 86"/>
                <a:gd name="T44" fmla="*/ 0 w 80"/>
                <a:gd name="T4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" h="86">
                  <a:moveTo>
                    <a:pt x="61" y="60"/>
                  </a:moveTo>
                  <a:lnTo>
                    <a:pt x="61" y="60"/>
                  </a:lnTo>
                  <a:cubicBezTo>
                    <a:pt x="61" y="55"/>
                    <a:pt x="57" y="50"/>
                    <a:pt x="50" y="50"/>
                  </a:cubicBezTo>
                  <a:lnTo>
                    <a:pt x="19" y="50"/>
                  </a:lnTo>
                  <a:lnTo>
                    <a:pt x="19" y="70"/>
                  </a:lnTo>
                  <a:lnTo>
                    <a:pt x="50" y="70"/>
                  </a:lnTo>
                  <a:cubicBezTo>
                    <a:pt x="56" y="70"/>
                    <a:pt x="61" y="66"/>
                    <a:pt x="61" y="60"/>
                  </a:cubicBezTo>
                  <a:close/>
                  <a:moveTo>
                    <a:pt x="59" y="25"/>
                  </a:moveTo>
                  <a:lnTo>
                    <a:pt x="59" y="25"/>
                  </a:lnTo>
                  <a:cubicBezTo>
                    <a:pt x="59" y="20"/>
                    <a:pt x="55" y="16"/>
                    <a:pt x="49" y="16"/>
                  </a:cubicBezTo>
                  <a:lnTo>
                    <a:pt x="19" y="16"/>
                  </a:lnTo>
                  <a:lnTo>
                    <a:pt x="19" y="34"/>
                  </a:lnTo>
                  <a:lnTo>
                    <a:pt x="49" y="34"/>
                  </a:lnTo>
                  <a:cubicBezTo>
                    <a:pt x="55" y="34"/>
                    <a:pt x="59" y="30"/>
                    <a:pt x="59" y="25"/>
                  </a:cubicBezTo>
                  <a:close/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53" y="0"/>
                  </a:lnTo>
                  <a:cubicBezTo>
                    <a:pt x="69" y="0"/>
                    <a:pt x="78" y="10"/>
                    <a:pt x="78" y="22"/>
                  </a:cubicBezTo>
                  <a:cubicBezTo>
                    <a:pt x="78" y="32"/>
                    <a:pt x="72" y="39"/>
                    <a:pt x="64" y="42"/>
                  </a:cubicBezTo>
                  <a:cubicBezTo>
                    <a:pt x="73" y="44"/>
                    <a:pt x="80" y="53"/>
                    <a:pt x="80" y="63"/>
                  </a:cubicBezTo>
                  <a:cubicBezTo>
                    <a:pt x="80" y="76"/>
                    <a:pt x="71" y="86"/>
                    <a:pt x="54" y="86"/>
                  </a:cubicBez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B9A4D8AF-A314-41D4-ABD4-73333C1117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89102" y="1720866"/>
              <a:ext cx="73025" cy="87313"/>
            </a:xfrm>
            <a:custGeom>
              <a:avLst/>
              <a:gdLst>
                <a:gd name="T0" fmla="*/ 59 w 77"/>
                <a:gd name="T1" fmla="*/ 69 h 91"/>
                <a:gd name="T2" fmla="*/ 59 w 77"/>
                <a:gd name="T3" fmla="*/ 69 h 91"/>
                <a:gd name="T4" fmla="*/ 59 w 77"/>
                <a:gd name="T5" fmla="*/ 56 h 91"/>
                <a:gd name="T6" fmla="*/ 38 w 77"/>
                <a:gd name="T7" fmla="*/ 47 h 91"/>
                <a:gd name="T8" fmla="*/ 19 w 77"/>
                <a:gd name="T9" fmla="*/ 62 h 91"/>
                <a:gd name="T10" fmla="*/ 38 w 77"/>
                <a:gd name="T11" fmla="*/ 78 h 91"/>
                <a:gd name="T12" fmla="*/ 59 w 77"/>
                <a:gd name="T13" fmla="*/ 69 h 91"/>
                <a:gd name="T14" fmla="*/ 59 w 77"/>
                <a:gd name="T15" fmla="*/ 88 h 91"/>
                <a:gd name="T16" fmla="*/ 59 w 77"/>
                <a:gd name="T17" fmla="*/ 88 h 91"/>
                <a:gd name="T18" fmla="*/ 59 w 77"/>
                <a:gd name="T19" fmla="*/ 79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9 w 77"/>
                <a:gd name="T27" fmla="*/ 45 h 91"/>
                <a:gd name="T28" fmla="*/ 59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5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8 h 91"/>
                <a:gd name="T42" fmla="*/ 59 w 77"/>
                <a:gd name="T43" fmla="*/ 8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9" y="69"/>
                  </a:moveTo>
                  <a:lnTo>
                    <a:pt x="59" y="69"/>
                  </a:lnTo>
                  <a:lnTo>
                    <a:pt x="59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2"/>
                  </a:cubicBezTo>
                  <a:cubicBezTo>
                    <a:pt x="19" y="71"/>
                    <a:pt x="27" y="78"/>
                    <a:pt x="38" y="78"/>
                  </a:cubicBezTo>
                  <a:cubicBezTo>
                    <a:pt x="46" y="78"/>
                    <a:pt x="54" y="75"/>
                    <a:pt x="59" y="69"/>
                  </a:cubicBezTo>
                  <a:close/>
                  <a:moveTo>
                    <a:pt x="59" y="88"/>
                  </a:moveTo>
                  <a:lnTo>
                    <a:pt x="59" y="88"/>
                  </a:lnTo>
                  <a:lnTo>
                    <a:pt x="59" y="79"/>
                  </a:lnTo>
                  <a:cubicBezTo>
                    <a:pt x="52" y="86"/>
                    <a:pt x="42" y="91"/>
                    <a:pt x="30" y="91"/>
                  </a:cubicBezTo>
                  <a:cubicBezTo>
                    <a:pt x="16" y="91"/>
                    <a:pt x="0" y="81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7"/>
                    <a:pt x="59" y="45"/>
                  </a:cubicBezTo>
                  <a:lnTo>
                    <a:pt x="59" y="32"/>
                  </a:lnTo>
                  <a:cubicBezTo>
                    <a:pt x="59" y="22"/>
                    <a:pt x="50" y="16"/>
                    <a:pt x="38" y="16"/>
                  </a:cubicBezTo>
                  <a:cubicBezTo>
                    <a:pt x="29" y="16"/>
                    <a:pt x="20" y="19"/>
                    <a:pt x="12" y="27"/>
                  </a:cubicBezTo>
                  <a:lnTo>
                    <a:pt x="5" y="14"/>
                  </a:lnTo>
                  <a:cubicBezTo>
                    <a:pt x="15" y="4"/>
                    <a:pt x="27" y="0"/>
                    <a:pt x="41" y="0"/>
                  </a:cubicBezTo>
                  <a:cubicBezTo>
                    <a:pt x="61" y="0"/>
                    <a:pt x="77" y="8"/>
                    <a:pt x="77" y="31"/>
                  </a:cubicBezTo>
                  <a:lnTo>
                    <a:pt x="77" y="88"/>
                  </a:lnTo>
                  <a:lnTo>
                    <a:pt x="59" y="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295EEA4B-F253-460D-90A8-00DAE2B85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5940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76553B87-6F32-46DA-9358-2A4640405B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82778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607F3CB-713B-41D9-B801-626DC8019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76440" y="1720866"/>
              <a:ext cx="85725" cy="87313"/>
            </a:xfrm>
            <a:custGeom>
              <a:avLst/>
              <a:gdLst>
                <a:gd name="T0" fmla="*/ 70 w 90"/>
                <a:gd name="T1" fmla="*/ 45 h 91"/>
                <a:gd name="T2" fmla="*/ 70 w 90"/>
                <a:gd name="T3" fmla="*/ 45 h 91"/>
                <a:gd name="T4" fmla="*/ 45 w 90"/>
                <a:gd name="T5" fmla="*/ 16 h 91"/>
                <a:gd name="T6" fmla="*/ 20 w 90"/>
                <a:gd name="T7" fmla="*/ 45 h 91"/>
                <a:gd name="T8" fmla="*/ 45 w 90"/>
                <a:gd name="T9" fmla="*/ 74 h 91"/>
                <a:gd name="T10" fmla="*/ 70 w 90"/>
                <a:gd name="T11" fmla="*/ 45 h 91"/>
                <a:gd name="T12" fmla="*/ 0 w 90"/>
                <a:gd name="T13" fmla="*/ 45 h 91"/>
                <a:gd name="T14" fmla="*/ 0 w 90"/>
                <a:gd name="T15" fmla="*/ 45 h 91"/>
                <a:gd name="T16" fmla="*/ 45 w 90"/>
                <a:gd name="T17" fmla="*/ 0 h 91"/>
                <a:gd name="T18" fmla="*/ 90 w 90"/>
                <a:gd name="T19" fmla="*/ 45 h 91"/>
                <a:gd name="T20" fmla="*/ 45 w 90"/>
                <a:gd name="T21" fmla="*/ 91 h 91"/>
                <a:gd name="T22" fmla="*/ 0 w 90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6"/>
                    <a:pt x="45" y="16"/>
                  </a:cubicBezTo>
                  <a:cubicBezTo>
                    <a:pt x="29" y="16"/>
                    <a:pt x="20" y="30"/>
                    <a:pt x="20" y="45"/>
                  </a:cubicBezTo>
                  <a:cubicBezTo>
                    <a:pt x="20" y="60"/>
                    <a:pt x="29" y="74"/>
                    <a:pt x="45" y="74"/>
                  </a:cubicBezTo>
                  <a:cubicBezTo>
                    <a:pt x="61" y="74"/>
                    <a:pt x="70" y="60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5" y="0"/>
                  </a:cubicBezTo>
                  <a:cubicBezTo>
                    <a:pt x="73" y="0"/>
                    <a:pt x="90" y="20"/>
                    <a:pt x="90" y="45"/>
                  </a:cubicBezTo>
                  <a:cubicBezTo>
                    <a:pt x="90" y="70"/>
                    <a:pt x="73" y="91"/>
                    <a:pt x="45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8A848358-66E3-4855-99B2-3F636ECB88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79628" y="1722454"/>
              <a:ext cx="63500" cy="82551"/>
            </a:xfrm>
            <a:custGeom>
              <a:avLst/>
              <a:gdLst>
                <a:gd name="T0" fmla="*/ 66 w 66"/>
                <a:gd name="T1" fmla="*/ 16 h 86"/>
                <a:gd name="T2" fmla="*/ 66 w 66"/>
                <a:gd name="T3" fmla="*/ 16 h 86"/>
                <a:gd name="T4" fmla="*/ 19 w 66"/>
                <a:gd name="T5" fmla="*/ 16 h 86"/>
                <a:gd name="T6" fmla="*/ 19 w 66"/>
                <a:gd name="T7" fmla="*/ 86 h 86"/>
                <a:gd name="T8" fmla="*/ 0 w 66"/>
                <a:gd name="T9" fmla="*/ 86 h 86"/>
                <a:gd name="T10" fmla="*/ 0 w 66"/>
                <a:gd name="T11" fmla="*/ 0 h 86"/>
                <a:gd name="T12" fmla="*/ 66 w 66"/>
                <a:gd name="T13" fmla="*/ 0 h 86"/>
                <a:gd name="T14" fmla="*/ 66 w 66"/>
                <a:gd name="T15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86">
                  <a:moveTo>
                    <a:pt x="66" y="16"/>
                  </a:moveTo>
                  <a:lnTo>
                    <a:pt x="66" y="16"/>
                  </a:lnTo>
                  <a:lnTo>
                    <a:pt x="19" y="16"/>
                  </a:lnTo>
                  <a:lnTo>
                    <a:pt x="19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86DE0889-7E25-4330-900E-CD409EF059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52653" y="1720866"/>
              <a:ext cx="84138" cy="87313"/>
            </a:xfrm>
            <a:custGeom>
              <a:avLst/>
              <a:gdLst>
                <a:gd name="T0" fmla="*/ 69 w 89"/>
                <a:gd name="T1" fmla="*/ 45 h 91"/>
                <a:gd name="T2" fmla="*/ 69 w 89"/>
                <a:gd name="T3" fmla="*/ 45 h 91"/>
                <a:gd name="T4" fmla="*/ 44 w 89"/>
                <a:gd name="T5" fmla="*/ 16 h 91"/>
                <a:gd name="T6" fmla="*/ 19 w 89"/>
                <a:gd name="T7" fmla="*/ 45 h 91"/>
                <a:gd name="T8" fmla="*/ 44 w 89"/>
                <a:gd name="T9" fmla="*/ 74 h 91"/>
                <a:gd name="T10" fmla="*/ 69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4 w 89"/>
                <a:gd name="T17" fmla="*/ 0 h 91"/>
                <a:gd name="T18" fmla="*/ 89 w 89"/>
                <a:gd name="T19" fmla="*/ 45 h 91"/>
                <a:gd name="T20" fmla="*/ 44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69" y="45"/>
                  </a:moveTo>
                  <a:lnTo>
                    <a:pt x="69" y="45"/>
                  </a:lnTo>
                  <a:cubicBezTo>
                    <a:pt x="69" y="30"/>
                    <a:pt x="60" y="16"/>
                    <a:pt x="44" y="16"/>
                  </a:cubicBezTo>
                  <a:cubicBezTo>
                    <a:pt x="28" y="16"/>
                    <a:pt x="19" y="30"/>
                    <a:pt x="19" y="45"/>
                  </a:cubicBezTo>
                  <a:cubicBezTo>
                    <a:pt x="19" y="60"/>
                    <a:pt x="28" y="74"/>
                    <a:pt x="44" y="74"/>
                  </a:cubicBezTo>
                  <a:cubicBezTo>
                    <a:pt x="60" y="74"/>
                    <a:pt x="69" y="60"/>
                    <a:pt x="69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4" y="0"/>
                  </a:cubicBezTo>
                  <a:cubicBezTo>
                    <a:pt x="72" y="0"/>
                    <a:pt x="89" y="20"/>
                    <a:pt x="89" y="45"/>
                  </a:cubicBezTo>
                  <a:cubicBezTo>
                    <a:pt x="89" y="70"/>
                    <a:pt x="72" y="91"/>
                    <a:pt x="44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B814D430-3186-4ECE-BD28-5D1AAB8484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2001" y="1890730"/>
              <a:ext cx="73025" cy="82551"/>
            </a:xfrm>
            <a:custGeom>
              <a:avLst/>
              <a:gdLst>
                <a:gd name="T0" fmla="*/ 58 w 77"/>
                <a:gd name="T1" fmla="*/ 87 h 87"/>
                <a:gd name="T2" fmla="*/ 58 w 77"/>
                <a:gd name="T3" fmla="*/ 87 h 87"/>
                <a:gd name="T4" fmla="*/ 58 w 77"/>
                <a:gd name="T5" fmla="*/ 17 h 87"/>
                <a:gd name="T6" fmla="*/ 19 w 77"/>
                <a:gd name="T7" fmla="*/ 17 h 87"/>
                <a:gd name="T8" fmla="*/ 19 w 77"/>
                <a:gd name="T9" fmla="*/ 87 h 87"/>
                <a:gd name="T10" fmla="*/ 0 w 77"/>
                <a:gd name="T11" fmla="*/ 87 h 87"/>
                <a:gd name="T12" fmla="*/ 0 w 77"/>
                <a:gd name="T13" fmla="*/ 0 h 87"/>
                <a:gd name="T14" fmla="*/ 77 w 77"/>
                <a:gd name="T15" fmla="*/ 0 h 87"/>
                <a:gd name="T16" fmla="*/ 77 w 77"/>
                <a:gd name="T17" fmla="*/ 87 h 87"/>
                <a:gd name="T18" fmla="*/ 58 w 77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87">
                  <a:moveTo>
                    <a:pt x="58" y="87"/>
                  </a:moveTo>
                  <a:lnTo>
                    <a:pt x="58" y="87"/>
                  </a:lnTo>
                  <a:lnTo>
                    <a:pt x="58" y="17"/>
                  </a:lnTo>
                  <a:lnTo>
                    <a:pt x="19" y="17"/>
                  </a:lnTo>
                  <a:lnTo>
                    <a:pt x="19" y="87"/>
                  </a:lnTo>
                  <a:lnTo>
                    <a:pt x="0" y="87"/>
                  </a:lnTo>
                  <a:lnTo>
                    <a:pt x="0" y="0"/>
                  </a:lnTo>
                  <a:lnTo>
                    <a:pt x="77" y="0"/>
                  </a:lnTo>
                  <a:lnTo>
                    <a:pt x="77" y="87"/>
                  </a:lnTo>
                  <a:lnTo>
                    <a:pt x="58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B0613017-2EBF-44B2-B036-7A0FC4BD9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901" y="1890730"/>
              <a:ext cx="82550" cy="84138"/>
            </a:xfrm>
            <a:custGeom>
              <a:avLst/>
              <a:gdLst>
                <a:gd name="T0" fmla="*/ 0 w 87"/>
                <a:gd name="T1" fmla="*/ 74 h 89"/>
                <a:gd name="T2" fmla="*/ 0 w 87"/>
                <a:gd name="T3" fmla="*/ 74 h 89"/>
                <a:gd name="T4" fmla="*/ 14 w 87"/>
                <a:gd name="T5" fmla="*/ 42 h 89"/>
                <a:gd name="T6" fmla="*/ 19 w 87"/>
                <a:gd name="T7" fmla="*/ 0 h 89"/>
                <a:gd name="T8" fmla="*/ 87 w 87"/>
                <a:gd name="T9" fmla="*/ 0 h 89"/>
                <a:gd name="T10" fmla="*/ 87 w 87"/>
                <a:gd name="T11" fmla="*/ 87 h 89"/>
                <a:gd name="T12" fmla="*/ 68 w 87"/>
                <a:gd name="T13" fmla="*/ 87 h 89"/>
                <a:gd name="T14" fmla="*/ 68 w 87"/>
                <a:gd name="T15" fmla="*/ 17 h 89"/>
                <a:gd name="T16" fmla="*/ 36 w 87"/>
                <a:gd name="T17" fmla="*/ 17 h 89"/>
                <a:gd name="T18" fmla="*/ 33 w 87"/>
                <a:gd name="T19" fmla="*/ 45 h 89"/>
                <a:gd name="T20" fmla="*/ 0 w 87"/>
                <a:gd name="T21" fmla="*/ 89 h 89"/>
                <a:gd name="T22" fmla="*/ 0 w 87"/>
                <a:gd name="T23" fmla="*/ 7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7" h="89">
                  <a:moveTo>
                    <a:pt x="0" y="74"/>
                  </a:moveTo>
                  <a:lnTo>
                    <a:pt x="0" y="74"/>
                  </a:lnTo>
                  <a:cubicBezTo>
                    <a:pt x="7" y="74"/>
                    <a:pt x="11" y="65"/>
                    <a:pt x="14" y="42"/>
                  </a:cubicBezTo>
                  <a:lnTo>
                    <a:pt x="19" y="0"/>
                  </a:lnTo>
                  <a:lnTo>
                    <a:pt x="87" y="0"/>
                  </a:lnTo>
                  <a:lnTo>
                    <a:pt x="87" y="87"/>
                  </a:lnTo>
                  <a:lnTo>
                    <a:pt x="68" y="87"/>
                  </a:lnTo>
                  <a:lnTo>
                    <a:pt x="68" y="17"/>
                  </a:lnTo>
                  <a:lnTo>
                    <a:pt x="36" y="17"/>
                  </a:lnTo>
                  <a:lnTo>
                    <a:pt x="33" y="45"/>
                  </a:lnTo>
                  <a:cubicBezTo>
                    <a:pt x="30" y="76"/>
                    <a:pt x="19" y="89"/>
                    <a:pt x="0" y="89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9CF08CE1-F15C-407B-A796-220740C2C9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2501" y="1889143"/>
              <a:ext cx="73025" cy="85726"/>
            </a:xfrm>
            <a:custGeom>
              <a:avLst/>
              <a:gdLst>
                <a:gd name="T0" fmla="*/ 58 w 77"/>
                <a:gd name="T1" fmla="*/ 69 h 91"/>
                <a:gd name="T2" fmla="*/ 58 w 77"/>
                <a:gd name="T3" fmla="*/ 69 h 91"/>
                <a:gd name="T4" fmla="*/ 58 w 77"/>
                <a:gd name="T5" fmla="*/ 56 h 91"/>
                <a:gd name="T6" fmla="*/ 38 w 77"/>
                <a:gd name="T7" fmla="*/ 47 h 91"/>
                <a:gd name="T8" fmla="*/ 19 w 77"/>
                <a:gd name="T9" fmla="*/ 63 h 91"/>
                <a:gd name="T10" fmla="*/ 38 w 77"/>
                <a:gd name="T11" fmla="*/ 78 h 91"/>
                <a:gd name="T12" fmla="*/ 58 w 77"/>
                <a:gd name="T13" fmla="*/ 69 h 91"/>
                <a:gd name="T14" fmla="*/ 58 w 77"/>
                <a:gd name="T15" fmla="*/ 89 h 91"/>
                <a:gd name="T16" fmla="*/ 58 w 77"/>
                <a:gd name="T17" fmla="*/ 89 h 91"/>
                <a:gd name="T18" fmla="*/ 58 w 77"/>
                <a:gd name="T19" fmla="*/ 80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8 w 77"/>
                <a:gd name="T27" fmla="*/ 45 h 91"/>
                <a:gd name="T28" fmla="*/ 58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4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9 h 91"/>
                <a:gd name="T42" fmla="*/ 58 w 77"/>
                <a:gd name="T43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8" y="69"/>
                  </a:moveTo>
                  <a:lnTo>
                    <a:pt x="58" y="69"/>
                  </a:lnTo>
                  <a:lnTo>
                    <a:pt x="58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3"/>
                  </a:cubicBezTo>
                  <a:cubicBezTo>
                    <a:pt x="19" y="72"/>
                    <a:pt x="27" y="78"/>
                    <a:pt x="38" y="78"/>
                  </a:cubicBezTo>
                  <a:cubicBezTo>
                    <a:pt x="46" y="78"/>
                    <a:pt x="54" y="75"/>
                    <a:pt x="58" y="69"/>
                  </a:cubicBezTo>
                  <a:close/>
                  <a:moveTo>
                    <a:pt x="58" y="89"/>
                  </a:moveTo>
                  <a:lnTo>
                    <a:pt x="58" y="89"/>
                  </a:lnTo>
                  <a:lnTo>
                    <a:pt x="58" y="80"/>
                  </a:lnTo>
                  <a:cubicBezTo>
                    <a:pt x="52" y="87"/>
                    <a:pt x="42" y="91"/>
                    <a:pt x="30" y="91"/>
                  </a:cubicBezTo>
                  <a:cubicBezTo>
                    <a:pt x="16" y="91"/>
                    <a:pt x="0" y="82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8"/>
                    <a:pt x="58" y="45"/>
                  </a:cubicBezTo>
                  <a:lnTo>
                    <a:pt x="58" y="32"/>
                  </a:lnTo>
                  <a:cubicBezTo>
                    <a:pt x="58" y="22"/>
                    <a:pt x="50" y="16"/>
                    <a:pt x="38" y="16"/>
                  </a:cubicBezTo>
                  <a:cubicBezTo>
                    <a:pt x="28" y="16"/>
                    <a:pt x="20" y="20"/>
                    <a:pt x="12" y="27"/>
                  </a:cubicBezTo>
                  <a:lnTo>
                    <a:pt x="4" y="14"/>
                  </a:lnTo>
                  <a:cubicBezTo>
                    <a:pt x="14" y="5"/>
                    <a:pt x="27" y="0"/>
                    <a:pt x="41" y="0"/>
                  </a:cubicBezTo>
                  <a:cubicBezTo>
                    <a:pt x="60" y="0"/>
                    <a:pt x="77" y="8"/>
                    <a:pt x="77" y="31"/>
                  </a:cubicBezTo>
                  <a:lnTo>
                    <a:pt x="77" y="89"/>
                  </a:lnTo>
                  <a:lnTo>
                    <a:pt x="58" y="8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B6A92C68-F733-4053-8A1F-674EB96A47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339" y="1890730"/>
              <a:ext cx="73025" cy="82551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87 h 87"/>
                <a:gd name="T4" fmla="*/ 0 w 77"/>
                <a:gd name="T5" fmla="*/ 0 h 87"/>
                <a:gd name="T6" fmla="*/ 19 w 77"/>
                <a:gd name="T7" fmla="*/ 0 h 87"/>
                <a:gd name="T8" fmla="*/ 19 w 77"/>
                <a:gd name="T9" fmla="*/ 34 h 87"/>
                <a:gd name="T10" fmla="*/ 58 w 77"/>
                <a:gd name="T11" fmla="*/ 34 h 87"/>
                <a:gd name="T12" fmla="*/ 58 w 77"/>
                <a:gd name="T13" fmla="*/ 0 h 87"/>
                <a:gd name="T14" fmla="*/ 77 w 77"/>
                <a:gd name="T15" fmla="*/ 0 h 87"/>
                <a:gd name="T16" fmla="*/ 77 w 77"/>
                <a:gd name="T17" fmla="*/ 87 h 87"/>
                <a:gd name="T18" fmla="*/ 58 w 77"/>
                <a:gd name="T19" fmla="*/ 87 h 87"/>
                <a:gd name="T20" fmla="*/ 58 w 77"/>
                <a:gd name="T21" fmla="*/ 51 h 87"/>
                <a:gd name="T22" fmla="*/ 19 w 77"/>
                <a:gd name="T23" fmla="*/ 51 h 87"/>
                <a:gd name="T24" fmla="*/ 19 w 77"/>
                <a:gd name="T25" fmla="*/ 87 h 87"/>
                <a:gd name="T26" fmla="*/ 0 w 77"/>
                <a:gd name="T2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77" y="0"/>
                  </a:lnTo>
                  <a:lnTo>
                    <a:pt x="77" y="87"/>
                  </a:lnTo>
                  <a:lnTo>
                    <a:pt x="58" y="87"/>
                  </a:lnTo>
                  <a:lnTo>
                    <a:pt x="58" y="51"/>
                  </a:lnTo>
                  <a:lnTo>
                    <a:pt x="19" y="51"/>
                  </a:lnTo>
                  <a:lnTo>
                    <a:pt x="19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12DD3A9C-43CE-42B8-B5C7-19CC36C225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6177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59 h 87"/>
                <a:gd name="T10" fmla="*/ 59 w 78"/>
                <a:gd name="T11" fmla="*/ 0 h 87"/>
                <a:gd name="T12" fmla="*/ 78 w 78"/>
                <a:gd name="T13" fmla="*/ 0 h 87"/>
                <a:gd name="T14" fmla="*/ 78 w 78"/>
                <a:gd name="T15" fmla="*/ 87 h 87"/>
                <a:gd name="T16" fmla="*/ 59 w 78"/>
                <a:gd name="T17" fmla="*/ 87 h 87"/>
                <a:gd name="T18" fmla="*/ 59 w 78"/>
                <a:gd name="T19" fmla="*/ 27 h 87"/>
                <a:gd name="T20" fmla="*/ 18 w 78"/>
                <a:gd name="T21" fmla="*/ 87 h 87"/>
                <a:gd name="T22" fmla="*/ 0 w 78"/>
                <a:gd name="T2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9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27"/>
                  </a:lnTo>
                  <a:lnTo>
                    <a:pt x="18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4D594745-DB7C-418F-B3A5-354CD6D14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43014" y="1889143"/>
              <a:ext cx="80963" cy="115889"/>
            </a:xfrm>
            <a:custGeom>
              <a:avLst/>
              <a:gdLst>
                <a:gd name="T0" fmla="*/ 66 w 85"/>
                <a:gd name="T1" fmla="*/ 45 h 122"/>
                <a:gd name="T2" fmla="*/ 66 w 85"/>
                <a:gd name="T3" fmla="*/ 45 h 122"/>
                <a:gd name="T4" fmla="*/ 41 w 85"/>
                <a:gd name="T5" fmla="*/ 17 h 122"/>
                <a:gd name="T6" fmla="*/ 19 w 85"/>
                <a:gd name="T7" fmla="*/ 28 h 122"/>
                <a:gd name="T8" fmla="*/ 19 w 85"/>
                <a:gd name="T9" fmla="*/ 63 h 122"/>
                <a:gd name="T10" fmla="*/ 41 w 85"/>
                <a:gd name="T11" fmla="*/ 74 h 122"/>
                <a:gd name="T12" fmla="*/ 66 w 85"/>
                <a:gd name="T13" fmla="*/ 45 h 122"/>
                <a:gd name="T14" fmla="*/ 19 w 85"/>
                <a:gd name="T15" fmla="*/ 77 h 122"/>
                <a:gd name="T16" fmla="*/ 19 w 85"/>
                <a:gd name="T17" fmla="*/ 77 h 122"/>
                <a:gd name="T18" fmla="*/ 19 w 85"/>
                <a:gd name="T19" fmla="*/ 122 h 122"/>
                <a:gd name="T20" fmla="*/ 0 w 85"/>
                <a:gd name="T21" fmla="*/ 122 h 122"/>
                <a:gd name="T22" fmla="*/ 0 w 85"/>
                <a:gd name="T23" fmla="*/ 2 h 122"/>
                <a:gd name="T24" fmla="*/ 19 w 85"/>
                <a:gd name="T25" fmla="*/ 2 h 122"/>
                <a:gd name="T26" fmla="*/ 19 w 85"/>
                <a:gd name="T27" fmla="*/ 14 h 122"/>
                <a:gd name="T28" fmla="*/ 47 w 85"/>
                <a:gd name="T29" fmla="*/ 0 h 122"/>
                <a:gd name="T30" fmla="*/ 85 w 85"/>
                <a:gd name="T31" fmla="*/ 45 h 122"/>
                <a:gd name="T32" fmla="*/ 47 w 85"/>
                <a:gd name="T33" fmla="*/ 91 h 122"/>
                <a:gd name="T34" fmla="*/ 19 w 85"/>
                <a:gd name="T35" fmla="*/ 7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122">
                  <a:moveTo>
                    <a:pt x="66" y="45"/>
                  </a:moveTo>
                  <a:lnTo>
                    <a:pt x="66" y="45"/>
                  </a:lnTo>
                  <a:cubicBezTo>
                    <a:pt x="66" y="29"/>
                    <a:pt x="56" y="17"/>
                    <a:pt x="41" y="17"/>
                  </a:cubicBezTo>
                  <a:cubicBezTo>
                    <a:pt x="33" y="17"/>
                    <a:pt x="23" y="22"/>
                    <a:pt x="19" y="28"/>
                  </a:cubicBezTo>
                  <a:lnTo>
                    <a:pt x="19" y="63"/>
                  </a:lnTo>
                  <a:cubicBezTo>
                    <a:pt x="23" y="69"/>
                    <a:pt x="33" y="74"/>
                    <a:pt x="41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7"/>
                  </a:moveTo>
                  <a:lnTo>
                    <a:pt x="19" y="77"/>
                  </a:lnTo>
                  <a:lnTo>
                    <a:pt x="19" y="122"/>
                  </a:lnTo>
                  <a:lnTo>
                    <a:pt x="0" y="122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5" y="5"/>
                    <a:pt x="36" y="0"/>
                    <a:pt x="47" y="0"/>
                  </a:cubicBezTo>
                  <a:cubicBezTo>
                    <a:pt x="69" y="0"/>
                    <a:pt x="85" y="17"/>
                    <a:pt x="85" y="45"/>
                  </a:cubicBezTo>
                  <a:cubicBezTo>
                    <a:pt x="85" y="74"/>
                    <a:pt x="69" y="91"/>
                    <a:pt x="47" y="91"/>
                  </a:cubicBezTo>
                  <a:cubicBezTo>
                    <a:pt x="36" y="91"/>
                    <a:pt x="26" y="86"/>
                    <a:pt x="19" y="7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44D010B6-CBE2-415B-88D3-BC08BE2A4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38264" y="1889143"/>
              <a:ext cx="84138" cy="85726"/>
            </a:xfrm>
            <a:custGeom>
              <a:avLst/>
              <a:gdLst>
                <a:gd name="T0" fmla="*/ 70 w 89"/>
                <a:gd name="T1" fmla="*/ 45 h 91"/>
                <a:gd name="T2" fmla="*/ 70 w 89"/>
                <a:gd name="T3" fmla="*/ 45 h 91"/>
                <a:gd name="T4" fmla="*/ 44 w 89"/>
                <a:gd name="T5" fmla="*/ 17 h 91"/>
                <a:gd name="T6" fmla="*/ 19 w 89"/>
                <a:gd name="T7" fmla="*/ 45 h 91"/>
                <a:gd name="T8" fmla="*/ 44 w 89"/>
                <a:gd name="T9" fmla="*/ 74 h 91"/>
                <a:gd name="T10" fmla="*/ 70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4 w 89"/>
                <a:gd name="T17" fmla="*/ 0 h 91"/>
                <a:gd name="T18" fmla="*/ 89 w 89"/>
                <a:gd name="T19" fmla="*/ 45 h 91"/>
                <a:gd name="T20" fmla="*/ 44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7"/>
                    <a:pt x="44" y="17"/>
                  </a:cubicBezTo>
                  <a:cubicBezTo>
                    <a:pt x="28" y="17"/>
                    <a:pt x="19" y="30"/>
                    <a:pt x="19" y="45"/>
                  </a:cubicBezTo>
                  <a:cubicBezTo>
                    <a:pt x="19" y="61"/>
                    <a:pt x="28" y="74"/>
                    <a:pt x="44" y="74"/>
                  </a:cubicBezTo>
                  <a:cubicBezTo>
                    <a:pt x="61" y="74"/>
                    <a:pt x="70" y="61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1"/>
                    <a:pt x="17" y="0"/>
                    <a:pt x="44" y="0"/>
                  </a:cubicBezTo>
                  <a:cubicBezTo>
                    <a:pt x="72" y="0"/>
                    <a:pt x="89" y="21"/>
                    <a:pt x="89" y="45"/>
                  </a:cubicBezTo>
                  <a:cubicBezTo>
                    <a:pt x="89" y="70"/>
                    <a:pt x="72" y="91"/>
                    <a:pt x="44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9FCFFBC0-90D8-425C-8BF3-AAF120D091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41452" y="1890730"/>
              <a:ext cx="76200" cy="82551"/>
            </a:xfrm>
            <a:custGeom>
              <a:avLst/>
              <a:gdLst>
                <a:gd name="T0" fmla="*/ 60 w 80"/>
                <a:gd name="T1" fmla="*/ 61 h 87"/>
                <a:gd name="T2" fmla="*/ 60 w 80"/>
                <a:gd name="T3" fmla="*/ 61 h 87"/>
                <a:gd name="T4" fmla="*/ 50 w 80"/>
                <a:gd name="T5" fmla="*/ 51 h 87"/>
                <a:gd name="T6" fmla="*/ 19 w 80"/>
                <a:gd name="T7" fmla="*/ 51 h 87"/>
                <a:gd name="T8" fmla="*/ 19 w 80"/>
                <a:gd name="T9" fmla="*/ 70 h 87"/>
                <a:gd name="T10" fmla="*/ 50 w 80"/>
                <a:gd name="T11" fmla="*/ 70 h 87"/>
                <a:gd name="T12" fmla="*/ 60 w 80"/>
                <a:gd name="T13" fmla="*/ 61 h 87"/>
                <a:gd name="T14" fmla="*/ 59 w 80"/>
                <a:gd name="T15" fmla="*/ 26 h 87"/>
                <a:gd name="T16" fmla="*/ 59 w 80"/>
                <a:gd name="T17" fmla="*/ 26 h 87"/>
                <a:gd name="T18" fmla="*/ 49 w 80"/>
                <a:gd name="T19" fmla="*/ 17 h 87"/>
                <a:gd name="T20" fmla="*/ 19 w 80"/>
                <a:gd name="T21" fmla="*/ 17 h 87"/>
                <a:gd name="T22" fmla="*/ 19 w 80"/>
                <a:gd name="T23" fmla="*/ 34 h 87"/>
                <a:gd name="T24" fmla="*/ 49 w 80"/>
                <a:gd name="T25" fmla="*/ 34 h 87"/>
                <a:gd name="T26" fmla="*/ 59 w 80"/>
                <a:gd name="T27" fmla="*/ 26 h 87"/>
                <a:gd name="T28" fmla="*/ 0 w 80"/>
                <a:gd name="T29" fmla="*/ 87 h 87"/>
                <a:gd name="T30" fmla="*/ 0 w 80"/>
                <a:gd name="T31" fmla="*/ 87 h 87"/>
                <a:gd name="T32" fmla="*/ 0 w 80"/>
                <a:gd name="T33" fmla="*/ 0 h 87"/>
                <a:gd name="T34" fmla="*/ 52 w 80"/>
                <a:gd name="T35" fmla="*/ 0 h 87"/>
                <a:gd name="T36" fmla="*/ 78 w 80"/>
                <a:gd name="T37" fmla="*/ 22 h 87"/>
                <a:gd name="T38" fmla="*/ 64 w 80"/>
                <a:gd name="T39" fmla="*/ 42 h 87"/>
                <a:gd name="T40" fmla="*/ 80 w 80"/>
                <a:gd name="T41" fmla="*/ 63 h 87"/>
                <a:gd name="T42" fmla="*/ 54 w 80"/>
                <a:gd name="T43" fmla="*/ 87 h 87"/>
                <a:gd name="T44" fmla="*/ 0 w 80"/>
                <a:gd name="T4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" h="87">
                  <a:moveTo>
                    <a:pt x="60" y="61"/>
                  </a:moveTo>
                  <a:lnTo>
                    <a:pt x="60" y="61"/>
                  </a:lnTo>
                  <a:cubicBezTo>
                    <a:pt x="60" y="55"/>
                    <a:pt x="57" y="51"/>
                    <a:pt x="50" y="51"/>
                  </a:cubicBezTo>
                  <a:lnTo>
                    <a:pt x="19" y="51"/>
                  </a:lnTo>
                  <a:lnTo>
                    <a:pt x="19" y="70"/>
                  </a:lnTo>
                  <a:lnTo>
                    <a:pt x="50" y="70"/>
                  </a:lnTo>
                  <a:cubicBezTo>
                    <a:pt x="56" y="70"/>
                    <a:pt x="60" y="67"/>
                    <a:pt x="60" y="61"/>
                  </a:cubicBezTo>
                  <a:close/>
                  <a:moveTo>
                    <a:pt x="59" y="26"/>
                  </a:moveTo>
                  <a:lnTo>
                    <a:pt x="59" y="26"/>
                  </a:lnTo>
                  <a:cubicBezTo>
                    <a:pt x="59" y="20"/>
                    <a:pt x="55" y="17"/>
                    <a:pt x="49" y="17"/>
                  </a:cubicBezTo>
                  <a:lnTo>
                    <a:pt x="19" y="17"/>
                  </a:lnTo>
                  <a:lnTo>
                    <a:pt x="19" y="34"/>
                  </a:lnTo>
                  <a:lnTo>
                    <a:pt x="49" y="34"/>
                  </a:lnTo>
                  <a:cubicBezTo>
                    <a:pt x="55" y="34"/>
                    <a:pt x="59" y="31"/>
                    <a:pt x="59" y="26"/>
                  </a:cubicBezTo>
                  <a:close/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52" y="0"/>
                  </a:lnTo>
                  <a:cubicBezTo>
                    <a:pt x="69" y="0"/>
                    <a:pt x="78" y="10"/>
                    <a:pt x="78" y="22"/>
                  </a:cubicBezTo>
                  <a:cubicBezTo>
                    <a:pt x="78" y="33"/>
                    <a:pt x="71" y="40"/>
                    <a:pt x="64" y="42"/>
                  </a:cubicBezTo>
                  <a:cubicBezTo>
                    <a:pt x="73" y="44"/>
                    <a:pt x="80" y="53"/>
                    <a:pt x="80" y="63"/>
                  </a:cubicBezTo>
                  <a:cubicBezTo>
                    <a:pt x="80" y="77"/>
                    <a:pt x="71" y="87"/>
                    <a:pt x="54" y="87"/>
                  </a:cubicBez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C6BEC62D-0F17-4746-A6B7-5CE4D6FA2B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5115" y="1889143"/>
              <a:ext cx="73025" cy="85726"/>
            </a:xfrm>
            <a:custGeom>
              <a:avLst/>
              <a:gdLst>
                <a:gd name="T0" fmla="*/ 58 w 77"/>
                <a:gd name="T1" fmla="*/ 69 h 91"/>
                <a:gd name="T2" fmla="*/ 58 w 77"/>
                <a:gd name="T3" fmla="*/ 69 h 91"/>
                <a:gd name="T4" fmla="*/ 58 w 77"/>
                <a:gd name="T5" fmla="*/ 56 h 91"/>
                <a:gd name="T6" fmla="*/ 38 w 77"/>
                <a:gd name="T7" fmla="*/ 47 h 91"/>
                <a:gd name="T8" fmla="*/ 19 w 77"/>
                <a:gd name="T9" fmla="*/ 63 h 91"/>
                <a:gd name="T10" fmla="*/ 38 w 77"/>
                <a:gd name="T11" fmla="*/ 78 h 91"/>
                <a:gd name="T12" fmla="*/ 58 w 77"/>
                <a:gd name="T13" fmla="*/ 69 h 91"/>
                <a:gd name="T14" fmla="*/ 58 w 77"/>
                <a:gd name="T15" fmla="*/ 89 h 91"/>
                <a:gd name="T16" fmla="*/ 58 w 77"/>
                <a:gd name="T17" fmla="*/ 89 h 91"/>
                <a:gd name="T18" fmla="*/ 58 w 77"/>
                <a:gd name="T19" fmla="*/ 80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8 w 77"/>
                <a:gd name="T27" fmla="*/ 45 h 91"/>
                <a:gd name="T28" fmla="*/ 58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5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9 h 91"/>
                <a:gd name="T42" fmla="*/ 58 w 77"/>
                <a:gd name="T43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8" y="69"/>
                  </a:moveTo>
                  <a:lnTo>
                    <a:pt x="58" y="69"/>
                  </a:lnTo>
                  <a:lnTo>
                    <a:pt x="58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3"/>
                  </a:cubicBezTo>
                  <a:cubicBezTo>
                    <a:pt x="19" y="72"/>
                    <a:pt x="27" y="78"/>
                    <a:pt x="38" y="78"/>
                  </a:cubicBezTo>
                  <a:cubicBezTo>
                    <a:pt x="46" y="78"/>
                    <a:pt x="54" y="75"/>
                    <a:pt x="58" y="69"/>
                  </a:cubicBezTo>
                  <a:close/>
                  <a:moveTo>
                    <a:pt x="58" y="89"/>
                  </a:moveTo>
                  <a:lnTo>
                    <a:pt x="58" y="89"/>
                  </a:lnTo>
                  <a:lnTo>
                    <a:pt x="58" y="80"/>
                  </a:lnTo>
                  <a:cubicBezTo>
                    <a:pt x="52" y="87"/>
                    <a:pt x="42" y="91"/>
                    <a:pt x="30" y="91"/>
                  </a:cubicBezTo>
                  <a:cubicBezTo>
                    <a:pt x="16" y="91"/>
                    <a:pt x="0" y="82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8"/>
                    <a:pt x="58" y="45"/>
                  </a:cubicBezTo>
                  <a:lnTo>
                    <a:pt x="58" y="32"/>
                  </a:lnTo>
                  <a:cubicBezTo>
                    <a:pt x="58" y="22"/>
                    <a:pt x="50" y="16"/>
                    <a:pt x="38" y="16"/>
                  </a:cubicBezTo>
                  <a:cubicBezTo>
                    <a:pt x="28" y="16"/>
                    <a:pt x="20" y="20"/>
                    <a:pt x="12" y="27"/>
                  </a:cubicBezTo>
                  <a:lnTo>
                    <a:pt x="5" y="14"/>
                  </a:lnTo>
                  <a:cubicBezTo>
                    <a:pt x="15" y="5"/>
                    <a:pt x="27" y="0"/>
                    <a:pt x="41" y="0"/>
                  </a:cubicBezTo>
                  <a:cubicBezTo>
                    <a:pt x="60" y="0"/>
                    <a:pt x="77" y="8"/>
                    <a:pt x="77" y="31"/>
                  </a:cubicBezTo>
                  <a:lnTo>
                    <a:pt x="77" y="89"/>
                  </a:lnTo>
                  <a:lnTo>
                    <a:pt x="58" y="8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C990A98A-8DB4-4D5B-AF0B-371B02A333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1952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34 h 87"/>
                <a:gd name="T10" fmla="*/ 59 w 78"/>
                <a:gd name="T11" fmla="*/ 34 h 87"/>
                <a:gd name="T12" fmla="*/ 59 w 78"/>
                <a:gd name="T13" fmla="*/ 0 h 87"/>
                <a:gd name="T14" fmla="*/ 78 w 78"/>
                <a:gd name="T15" fmla="*/ 0 h 87"/>
                <a:gd name="T16" fmla="*/ 78 w 78"/>
                <a:gd name="T17" fmla="*/ 87 h 87"/>
                <a:gd name="T18" fmla="*/ 59 w 78"/>
                <a:gd name="T19" fmla="*/ 87 h 87"/>
                <a:gd name="T20" fmla="*/ 59 w 78"/>
                <a:gd name="T21" fmla="*/ 51 h 87"/>
                <a:gd name="T22" fmla="*/ 19 w 78"/>
                <a:gd name="T23" fmla="*/ 51 h 87"/>
                <a:gd name="T24" fmla="*/ 19 w 78"/>
                <a:gd name="T25" fmla="*/ 87 h 87"/>
                <a:gd name="T26" fmla="*/ 0 w 78"/>
                <a:gd name="T2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51"/>
                  </a:lnTo>
                  <a:lnTo>
                    <a:pt x="19" y="51"/>
                  </a:lnTo>
                  <a:lnTo>
                    <a:pt x="19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6A4B963E-89DC-47EA-998D-F1F8924AA9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8790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59 h 87"/>
                <a:gd name="T10" fmla="*/ 59 w 78"/>
                <a:gd name="T11" fmla="*/ 0 h 87"/>
                <a:gd name="T12" fmla="*/ 78 w 78"/>
                <a:gd name="T13" fmla="*/ 0 h 87"/>
                <a:gd name="T14" fmla="*/ 78 w 78"/>
                <a:gd name="T15" fmla="*/ 87 h 87"/>
                <a:gd name="T16" fmla="*/ 59 w 78"/>
                <a:gd name="T17" fmla="*/ 87 h 87"/>
                <a:gd name="T18" fmla="*/ 59 w 78"/>
                <a:gd name="T19" fmla="*/ 27 h 87"/>
                <a:gd name="T20" fmla="*/ 18 w 78"/>
                <a:gd name="T21" fmla="*/ 87 h 87"/>
                <a:gd name="T22" fmla="*/ 0 w 78"/>
                <a:gd name="T2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9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27"/>
                  </a:lnTo>
                  <a:lnTo>
                    <a:pt x="18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F1EBB016-F974-4760-B8EB-3EE049494D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24040" y="1890730"/>
              <a:ext cx="76200" cy="82551"/>
            </a:xfrm>
            <a:custGeom>
              <a:avLst/>
              <a:gdLst>
                <a:gd name="T0" fmla="*/ 61 w 80"/>
                <a:gd name="T1" fmla="*/ 39 h 87"/>
                <a:gd name="T2" fmla="*/ 61 w 80"/>
                <a:gd name="T3" fmla="*/ 39 h 87"/>
                <a:gd name="T4" fmla="*/ 61 w 80"/>
                <a:gd name="T5" fmla="*/ 17 h 87"/>
                <a:gd name="T6" fmla="*/ 32 w 80"/>
                <a:gd name="T7" fmla="*/ 17 h 87"/>
                <a:gd name="T8" fmla="*/ 21 w 80"/>
                <a:gd name="T9" fmla="*/ 28 h 87"/>
                <a:gd name="T10" fmla="*/ 32 w 80"/>
                <a:gd name="T11" fmla="*/ 39 h 87"/>
                <a:gd name="T12" fmla="*/ 61 w 80"/>
                <a:gd name="T13" fmla="*/ 39 h 87"/>
                <a:gd name="T14" fmla="*/ 0 w 80"/>
                <a:gd name="T15" fmla="*/ 87 h 87"/>
                <a:gd name="T16" fmla="*/ 0 w 80"/>
                <a:gd name="T17" fmla="*/ 87 h 87"/>
                <a:gd name="T18" fmla="*/ 22 w 80"/>
                <a:gd name="T19" fmla="*/ 55 h 87"/>
                <a:gd name="T20" fmla="*/ 1 w 80"/>
                <a:gd name="T21" fmla="*/ 28 h 87"/>
                <a:gd name="T22" fmla="*/ 30 w 80"/>
                <a:gd name="T23" fmla="*/ 0 h 87"/>
                <a:gd name="T24" fmla="*/ 80 w 80"/>
                <a:gd name="T25" fmla="*/ 0 h 87"/>
                <a:gd name="T26" fmla="*/ 80 w 80"/>
                <a:gd name="T27" fmla="*/ 87 h 87"/>
                <a:gd name="T28" fmla="*/ 61 w 80"/>
                <a:gd name="T29" fmla="*/ 87 h 87"/>
                <a:gd name="T30" fmla="*/ 61 w 80"/>
                <a:gd name="T31" fmla="*/ 55 h 87"/>
                <a:gd name="T32" fmla="*/ 41 w 80"/>
                <a:gd name="T33" fmla="*/ 55 h 87"/>
                <a:gd name="T34" fmla="*/ 22 w 80"/>
                <a:gd name="T35" fmla="*/ 87 h 87"/>
                <a:gd name="T36" fmla="*/ 0 w 80"/>
                <a:gd name="T3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87">
                  <a:moveTo>
                    <a:pt x="61" y="39"/>
                  </a:moveTo>
                  <a:lnTo>
                    <a:pt x="61" y="39"/>
                  </a:lnTo>
                  <a:lnTo>
                    <a:pt x="61" y="17"/>
                  </a:lnTo>
                  <a:lnTo>
                    <a:pt x="32" y="17"/>
                  </a:lnTo>
                  <a:cubicBezTo>
                    <a:pt x="25" y="17"/>
                    <a:pt x="21" y="21"/>
                    <a:pt x="21" y="28"/>
                  </a:cubicBezTo>
                  <a:cubicBezTo>
                    <a:pt x="21" y="34"/>
                    <a:pt x="25" y="39"/>
                    <a:pt x="32" y="39"/>
                  </a:cubicBezTo>
                  <a:lnTo>
                    <a:pt x="61" y="39"/>
                  </a:lnTo>
                  <a:close/>
                  <a:moveTo>
                    <a:pt x="0" y="87"/>
                  </a:moveTo>
                  <a:lnTo>
                    <a:pt x="0" y="87"/>
                  </a:lnTo>
                  <a:lnTo>
                    <a:pt x="22" y="55"/>
                  </a:lnTo>
                  <a:cubicBezTo>
                    <a:pt x="10" y="52"/>
                    <a:pt x="1" y="43"/>
                    <a:pt x="1" y="28"/>
                  </a:cubicBezTo>
                  <a:cubicBezTo>
                    <a:pt x="1" y="13"/>
                    <a:pt x="11" y="0"/>
                    <a:pt x="30" y="0"/>
                  </a:cubicBezTo>
                  <a:lnTo>
                    <a:pt x="80" y="0"/>
                  </a:lnTo>
                  <a:lnTo>
                    <a:pt x="80" y="87"/>
                  </a:lnTo>
                  <a:lnTo>
                    <a:pt x="61" y="87"/>
                  </a:lnTo>
                  <a:lnTo>
                    <a:pt x="61" y="55"/>
                  </a:lnTo>
                  <a:lnTo>
                    <a:pt x="41" y="55"/>
                  </a:lnTo>
                  <a:lnTo>
                    <a:pt x="22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4EF3BEFC-6ADC-46AB-B748-1FD6B4A98B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889" y="531817"/>
              <a:ext cx="268288" cy="719145"/>
            </a:xfrm>
            <a:custGeom>
              <a:avLst/>
              <a:gdLst>
                <a:gd name="T0" fmla="*/ 281 w 281"/>
                <a:gd name="T1" fmla="*/ 753 h 753"/>
                <a:gd name="T2" fmla="*/ 281 w 281"/>
                <a:gd name="T3" fmla="*/ 753 h 753"/>
                <a:gd name="T4" fmla="*/ 0 w 281"/>
                <a:gd name="T5" fmla="*/ 753 h 753"/>
                <a:gd name="T6" fmla="*/ 0 w 281"/>
                <a:gd name="T7" fmla="*/ 0 h 753"/>
                <a:gd name="T8" fmla="*/ 281 w 281"/>
                <a:gd name="T9" fmla="*/ 0 h 753"/>
                <a:gd name="T10" fmla="*/ 281 w 281"/>
                <a:gd name="T11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753">
                  <a:moveTo>
                    <a:pt x="281" y="753"/>
                  </a:moveTo>
                  <a:lnTo>
                    <a:pt x="281" y="753"/>
                  </a:lnTo>
                  <a:lnTo>
                    <a:pt x="0" y="753"/>
                  </a:lnTo>
                  <a:lnTo>
                    <a:pt x="0" y="0"/>
                  </a:lnTo>
                  <a:lnTo>
                    <a:pt x="281" y="0"/>
                  </a:lnTo>
                  <a:lnTo>
                    <a:pt x="281" y="753"/>
                  </a:lnTo>
                  <a:close/>
                </a:path>
              </a:pathLst>
            </a:custGeom>
            <a:solidFill>
              <a:srgbClr val="9000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A1A0EE1D-8431-4065-B890-BBA6DA1B8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889" y="1344625"/>
              <a:ext cx="1266827" cy="284165"/>
            </a:xfrm>
            <a:custGeom>
              <a:avLst/>
              <a:gdLst>
                <a:gd name="T0" fmla="*/ 1329 w 1329"/>
                <a:gd name="T1" fmla="*/ 0 h 298"/>
                <a:gd name="T2" fmla="*/ 1329 w 1329"/>
                <a:gd name="T3" fmla="*/ 0 h 298"/>
                <a:gd name="T4" fmla="*/ 1329 w 1329"/>
                <a:gd name="T5" fmla="*/ 298 h 298"/>
                <a:gd name="T6" fmla="*/ 0 w 1329"/>
                <a:gd name="T7" fmla="*/ 298 h 298"/>
                <a:gd name="T8" fmla="*/ 0 w 1329"/>
                <a:gd name="T9" fmla="*/ 0 h 298"/>
                <a:gd name="T10" fmla="*/ 1329 w 1329"/>
                <a:gd name="T1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9" h="298">
                  <a:moveTo>
                    <a:pt x="1329" y="0"/>
                  </a:moveTo>
                  <a:lnTo>
                    <a:pt x="1329" y="0"/>
                  </a:lnTo>
                  <a:lnTo>
                    <a:pt x="132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49F7F7CA-916C-4908-AE20-6320688AC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9176" y="531817"/>
              <a:ext cx="133350" cy="719145"/>
            </a:xfrm>
            <a:custGeom>
              <a:avLst/>
              <a:gdLst>
                <a:gd name="T0" fmla="*/ 0 w 141"/>
                <a:gd name="T1" fmla="*/ 753 h 753"/>
                <a:gd name="T2" fmla="*/ 0 w 141"/>
                <a:gd name="T3" fmla="*/ 753 h 753"/>
                <a:gd name="T4" fmla="*/ 141 w 141"/>
                <a:gd name="T5" fmla="*/ 753 h 753"/>
                <a:gd name="T6" fmla="*/ 141 w 141"/>
                <a:gd name="T7" fmla="*/ 0 h 753"/>
                <a:gd name="T8" fmla="*/ 0 w 141"/>
                <a:gd name="T9" fmla="*/ 0 h 753"/>
                <a:gd name="T10" fmla="*/ 0 w 141"/>
                <a:gd name="T11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" h="753">
                  <a:moveTo>
                    <a:pt x="0" y="753"/>
                  </a:moveTo>
                  <a:lnTo>
                    <a:pt x="0" y="753"/>
                  </a:lnTo>
                  <a:lnTo>
                    <a:pt x="141" y="753"/>
                  </a:lnTo>
                  <a:lnTo>
                    <a:pt x="141" y="0"/>
                  </a:lnTo>
                  <a:lnTo>
                    <a:pt x="0" y="0"/>
                  </a:lnTo>
                  <a:lnTo>
                    <a:pt x="0" y="75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4058066D-3338-4F13-A437-1CC62F09E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777" y="693743"/>
              <a:ext cx="544513" cy="557218"/>
            </a:xfrm>
            <a:custGeom>
              <a:avLst/>
              <a:gdLst>
                <a:gd name="T0" fmla="*/ 540 w 571"/>
                <a:gd name="T1" fmla="*/ 110 h 584"/>
                <a:gd name="T2" fmla="*/ 540 w 571"/>
                <a:gd name="T3" fmla="*/ 110 h 584"/>
                <a:gd name="T4" fmla="*/ 454 w 571"/>
                <a:gd name="T5" fmla="*/ 27 h 584"/>
                <a:gd name="T6" fmla="*/ 329 w 571"/>
                <a:gd name="T7" fmla="*/ 0 h 584"/>
                <a:gd name="T8" fmla="*/ 195 w 571"/>
                <a:gd name="T9" fmla="*/ 30 h 584"/>
                <a:gd name="T10" fmla="*/ 129 w 571"/>
                <a:gd name="T11" fmla="*/ 81 h 584"/>
                <a:gd name="T12" fmla="*/ 129 w 571"/>
                <a:gd name="T13" fmla="*/ 6 h 584"/>
                <a:gd name="T14" fmla="*/ 0 w 571"/>
                <a:gd name="T15" fmla="*/ 6 h 584"/>
                <a:gd name="T16" fmla="*/ 0 w 571"/>
                <a:gd name="T17" fmla="*/ 584 h 584"/>
                <a:gd name="T18" fmla="*/ 136 w 571"/>
                <a:gd name="T19" fmla="*/ 584 h 584"/>
                <a:gd name="T20" fmla="*/ 136 w 571"/>
                <a:gd name="T21" fmla="*/ 292 h 584"/>
                <a:gd name="T22" fmla="*/ 156 w 571"/>
                <a:gd name="T23" fmla="*/ 195 h 584"/>
                <a:gd name="T24" fmla="*/ 213 w 571"/>
                <a:gd name="T25" fmla="*/ 137 h 584"/>
                <a:gd name="T26" fmla="*/ 298 w 571"/>
                <a:gd name="T27" fmla="*/ 118 h 584"/>
                <a:gd name="T28" fmla="*/ 399 w 571"/>
                <a:gd name="T29" fmla="*/ 156 h 584"/>
                <a:gd name="T30" fmla="*/ 436 w 571"/>
                <a:gd name="T31" fmla="*/ 270 h 584"/>
                <a:gd name="T32" fmla="*/ 436 w 571"/>
                <a:gd name="T33" fmla="*/ 584 h 584"/>
                <a:gd name="T34" fmla="*/ 571 w 571"/>
                <a:gd name="T35" fmla="*/ 584 h 584"/>
                <a:gd name="T36" fmla="*/ 571 w 571"/>
                <a:gd name="T37" fmla="*/ 253 h 584"/>
                <a:gd name="T38" fmla="*/ 540 w 571"/>
                <a:gd name="T39" fmla="*/ 11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1" h="584">
                  <a:moveTo>
                    <a:pt x="540" y="110"/>
                  </a:moveTo>
                  <a:lnTo>
                    <a:pt x="540" y="110"/>
                  </a:lnTo>
                  <a:cubicBezTo>
                    <a:pt x="519" y="73"/>
                    <a:pt x="490" y="45"/>
                    <a:pt x="454" y="27"/>
                  </a:cubicBezTo>
                  <a:cubicBezTo>
                    <a:pt x="417" y="9"/>
                    <a:pt x="375" y="0"/>
                    <a:pt x="329" y="0"/>
                  </a:cubicBezTo>
                  <a:cubicBezTo>
                    <a:pt x="278" y="0"/>
                    <a:pt x="234" y="10"/>
                    <a:pt x="195" y="30"/>
                  </a:cubicBezTo>
                  <a:cubicBezTo>
                    <a:pt x="169" y="43"/>
                    <a:pt x="147" y="60"/>
                    <a:pt x="129" y="81"/>
                  </a:cubicBezTo>
                  <a:lnTo>
                    <a:pt x="129" y="6"/>
                  </a:lnTo>
                  <a:lnTo>
                    <a:pt x="0" y="6"/>
                  </a:lnTo>
                  <a:lnTo>
                    <a:pt x="0" y="584"/>
                  </a:lnTo>
                  <a:lnTo>
                    <a:pt x="136" y="584"/>
                  </a:lnTo>
                  <a:lnTo>
                    <a:pt x="136" y="292"/>
                  </a:lnTo>
                  <a:cubicBezTo>
                    <a:pt x="136" y="253"/>
                    <a:pt x="142" y="221"/>
                    <a:pt x="156" y="195"/>
                  </a:cubicBezTo>
                  <a:cubicBezTo>
                    <a:pt x="169" y="170"/>
                    <a:pt x="188" y="150"/>
                    <a:pt x="213" y="137"/>
                  </a:cubicBezTo>
                  <a:cubicBezTo>
                    <a:pt x="237" y="124"/>
                    <a:pt x="266" y="118"/>
                    <a:pt x="298" y="118"/>
                  </a:cubicBezTo>
                  <a:cubicBezTo>
                    <a:pt x="341" y="118"/>
                    <a:pt x="375" y="130"/>
                    <a:pt x="399" y="156"/>
                  </a:cubicBezTo>
                  <a:cubicBezTo>
                    <a:pt x="423" y="181"/>
                    <a:pt x="436" y="219"/>
                    <a:pt x="436" y="270"/>
                  </a:cubicBezTo>
                  <a:lnTo>
                    <a:pt x="436" y="584"/>
                  </a:lnTo>
                  <a:lnTo>
                    <a:pt x="571" y="584"/>
                  </a:lnTo>
                  <a:lnTo>
                    <a:pt x="571" y="253"/>
                  </a:lnTo>
                  <a:cubicBezTo>
                    <a:pt x="571" y="195"/>
                    <a:pt x="561" y="147"/>
                    <a:pt x="540" y="11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0245DCAD-491B-409F-A01C-A137863A41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09791" y="563567"/>
              <a:ext cx="576263" cy="685807"/>
            </a:xfrm>
            <a:custGeom>
              <a:avLst/>
              <a:gdLst>
                <a:gd name="T0" fmla="*/ 425 w 605"/>
                <a:gd name="T1" fmla="*/ 361 h 719"/>
                <a:gd name="T2" fmla="*/ 425 w 605"/>
                <a:gd name="T3" fmla="*/ 361 h 719"/>
                <a:gd name="T4" fmla="*/ 291 w 605"/>
                <a:gd name="T5" fmla="*/ 399 h 719"/>
                <a:gd name="T6" fmla="*/ 134 w 605"/>
                <a:gd name="T7" fmla="*/ 399 h 719"/>
                <a:gd name="T8" fmla="*/ 134 w 605"/>
                <a:gd name="T9" fmla="*/ 113 h 719"/>
                <a:gd name="T10" fmla="*/ 291 w 605"/>
                <a:gd name="T11" fmla="*/ 113 h 719"/>
                <a:gd name="T12" fmla="*/ 425 w 605"/>
                <a:gd name="T13" fmla="*/ 150 h 719"/>
                <a:gd name="T14" fmla="*/ 469 w 605"/>
                <a:gd name="T15" fmla="*/ 256 h 719"/>
                <a:gd name="T16" fmla="*/ 425 w 605"/>
                <a:gd name="T17" fmla="*/ 361 h 719"/>
                <a:gd name="T18" fmla="*/ 462 w 605"/>
                <a:gd name="T19" fmla="*/ 31 h 719"/>
                <a:gd name="T20" fmla="*/ 462 w 605"/>
                <a:gd name="T21" fmla="*/ 31 h 719"/>
                <a:gd name="T22" fmla="*/ 297 w 605"/>
                <a:gd name="T23" fmla="*/ 0 h 719"/>
                <a:gd name="T24" fmla="*/ 0 w 605"/>
                <a:gd name="T25" fmla="*/ 0 h 719"/>
                <a:gd name="T26" fmla="*/ 0 w 605"/>
                <a:gd name="T27" fmla="*/ 719 h 719"/>
                <a:gd name="T28" fmla="*/ 134 w 605"/>
                <a:gd name="T29" fmla="*/ 719 h 719"/>
                <a:gd name="T30" fmla="*/ 134 w 605"/>
                <a:gd name="T31" fmla="*/ 512 h 719"/>
                <a:gd name="T32" fmla="*/ 297 w 605"/>
                <a:gd name="T33" fmla="*/ 512 h 719"/>
                <a:gd name="T34" fmla="*/ 462 w 605"/>
                <a:gd name="T35" fmla="*/ 481 h 719"/>
                <a:gd name="T36" fmla="*/ 567 w 605"/>
                <a:gd name="T37" fmla="*/ 392 h 719"/>
                <a:gd name="T38" fmla="*/ 605 w 605"/>
                <a:gd name="T39" fmla="*/ 256 h 719"/>
                <a:gd name="T40" fmla="*/ 567 w 605"/>
                <a:gd name="T41" fmla="*/ 119 h 719"/>
                <a:gd name="T42" fmla="*/ 462 w 605"/>
                <a:gd name="T43" fmla="*/ 31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719">
                  <a:moveTo>
                    <a:pt x="425" y="361"/>
                  </a:moveTo>
                  <a:lnTo>
                    <a:pt x="425" y="361"/>
                  </a:lnTo>
                  <a:cubicBezTo>
                    <a:pt x="395" y="386"/>
                    <a:pt x="350" y="399"/>
                    <a:pt x="291" y="399"/>
                  </a:cubicBezTo>
                  <a:lnTo>
                    <a:pt x="134" y="399"/>
                  </a:lnTo>
                  <a:lnTo>
                    <a:pt x="134" y="113"/>
                  </a:lnTo>
                  <a:lnTo>
                    <a:pt x="291" y="113"/>
                  </a:lnTo>
                  <a:cubicBezTo>
                    <a:pt x="350" y="113"/>
                    <a:pt x="395" y="125"/>
                    <a:pt x="425" y="150"/>
                  </a:cubicBezTo>
                  <a:cubicBezTo>
                    <a:pt x="454" y="174"/>
                    <a:pt x="469" y="210"/>
                    <a:pt x="469" y="256"/>
                  </a:cubicBezTo>
                  <a:cubicBezTo>
                    <a:pt x="469" y="301"/>
                    <a:pt x="454" y="336"/>
                    <a:pt x="425" y="361"/>
                  </a:cubicBezTo>
                  <a:close/>
                  <a:moveTo>
                    <a:pt x="462" y="31"/>
                  </a:moveTo>
                  <a:lnTo>
                    <a:pt x="462" y="31"/>
                  </a:lnTo>
                  <a:cubicBezTo>
                    <a:pt x="416" y="10"/>
                    <a:pt x="361" y="0"/>
                    <a:pt x="297" y="0"/>
                  </a:cubicBezTo>
                  <a:lnTo>
                    <a:pt x="0" y="0"/>
                  </a:lnTo>
                  <a:lnTo>
                    <a:pt x="0" y="719"/>
                  </a:lnTo>
                  <a:lnTo>
                    <a:pt x="134" y="719"/>
                  </a:lnTo>
                  <a:lnTo>
                    <a:pt x="134" y="512"/>
                  </a:lnTo>
                  <a:lnTo>
                    <a:pt x="297" y="512"/>
                  </a:lnTo>
                  <a:cubicBezTo>
                    <a:pt x="361" y="512"/>
                    <a:pt x="416" y="501"/>
                    <a:pt x="462" y="481"/>
                  </a:cubicBezTo>
                  <a:cubicBezTo>
                    <a:pt x="507" y="460"/>
                    <a:pt x="543" y="431"/>
                    <a:pt x="567" y="392"/>
                  </a:cubicBezTo>
                  <a:cubicBezTo>
                    <a:pt x="592" y="354"/>
                    <a:pt x="605" y="308"/>
                    <a:pt x="605" y="256"/>
                  </a:cubicBezTo>
                  <a:cubicBezTo>
                    <a:pt x="605" y="203"/>
                    <a:pt x="592" y="157"/>
                    <a:pt x="567" y="119"/>
                  </a:cubicBezTo>
                  <a:cubicBezTo>
                    <a:pt x="543" y="81"/>
                    <a:pt x="507" y="51"/>
                    <a:pt x="462" y="3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EF3CF9C6-A3C7-4193-A6CC-90E0E60F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4154" y="522292"/>
              <a:ext cx="122238" cy="727082"/>
            </a:xfrm>
            <a:custGeom>
              <a:avLst/>
              <a:gdLst>
                <a:gd name="T0" fmla="*/ 0 w 129"/>
                <a:gd name="T1" fmla="*/ 762 h 762"/>
                <a:gd name="T2" fmla="*/ 0 w 129"/>
                <a:gd name="T3" fmla="*/ 762 h 762"/>
                <a:gd name="T4" fmla="*/ 129 w 129"/>
                <a:gd name="T5" fmla="*/ 762 h 762"/>
                <a:gd name="T6" fmla="*/ 129 w 129"/>
                <a:gd name="T7" fmla="*/ 0 h 762"/>
                <a:gd name="T8" fmla="*/ 0 w 129"/>
                <a:gd name="T9" fmla="*/ 0 h 762"/>
                <a:gd name="T10" fmla="*/ 0 w 129"/>
                <a:gd name="T11" fmla="*/ 762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762">
                  <a:moveTo>
                    <a:pt x="0" y="762"/>
                  </a:moveTo>
                  <a:lnTo>
                    <a:pt x="0" y="762"/>
                  </a:lnTo>
                  <a:lnTo>
                    <a:pt x="129" y="762"/>
                  </a:lnTo>
                  <a:lnTo>
                    <a:pt x="129" y="0"/>
                  </a:ln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971E4C6D-B861-49EC-BBD3-6281A78E0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81317" y="719144"/>
              <a:ext cx="477838" cy="536580"/>
            </a:xfrm>
            <a:custGeom>
              <a:avLst/>
              <a:gdLst>
                <a:gd name="T0" fmla="*/ 317 w 501"/>
                <a:gd name="T1" fmla="*/ 447 h 562"/>
                <a:gd name="T2" fmla="*/ 317 w 501"/>
                <a:gd name="T3" fmla="*/ 447 h 562"/>
                <a:gd name="T4" fmla="*/ 232 w 501"/>
                <a:gd name="T5" fmla="*/ 469 h 562"/>
                <a:gd name="T6" fmla="*/ 155 w 501"/>
                <a:gd name="T7" fmla="*/ 448 h 562"/>
                <a:gd name="T8" fmla="*/ 127 w 501"/>
                <a:gd name="T9" fmla="*/ 393 h 562"/>
                <a:gd name="T10" fmla="*/ 150 w 501"/>
                <a:gd name="T11" fmla="*/ 341 h 562"/>
                <a:gd name="T12" fmla="*/ 238 w 501"/>
                <a:gd name="T13" fmla="*/ 320 h 562"/>
                <a:gd name="T14" fmla="*/ 372 w 501"/>
                <a:gd name="T15" fmla="*/ 320 h 562"/>
                <a:gd name="T16" fmla="*/ 372 w 501"/>
                <a:gd name="T17" fmla="*/ 384 h 562"/>
                <a:gd name="T18" fmla="*/ 317 w 501"/>
                <a:gd name="T19" fmla="*/ 447 h 562"/>
                <a:gd name="T20" fmla="*/ 435 w 501"/>
                <a:gd name="T21" fmla="*/ 57 h 562"/>
                <a:gd name="T22" fmla="*/ 435 w 501"/>
                <a:gd name="T23" fmla="*/ 57 h 562"/>
                <a:gd name="T24" fmla="*/ 250 w 501"/>
                <a:gd name="T25" fmla="*/ 0 h 562"/>
                <a:gd name="T26" fmla="*/ 122 w 501"/>
                <a:gd name="T27" fmla="*/ 17 h 562"/>
                <a:gd name="T28" fmla="*/ 17 w 501"/>
                <a:gd name="T29" fmla="*/ 68 h 562"/>
                <a:gd name="T30" fmla="*/ 67 w 501"/>
                <a:gd name="T31" fmla="*/ 162 h 562"/>
                <a:gd name="T32" fmla="*/ 143 w 501"/>
                <a:gd name="T33" fmla="*/ 121 h 562"/>
                <a:gd name="T34" fmla="*/ 234 w 501"/>
                <a:gd name="T35" fmla="*/ 107 h 562"/>
                <a:gd name="T36" fmla="*/ 337 w 501"/>
                <a:gd name="T37" fmla="*/ 138 h 562"/>
                <a:gd name="T38" fmla="*/ 372 w 501"/>
                <a:gd name="T39" fmla="*/ 226 h 562"/>
                <a:gd name="T40" fmla="*/ 372 w 501"/>
                <a:gd name="T41" fmla="*/ 235 h 562"/>
                <a:gd name="T42" fmla="*/ 229 w 501"/>
                <a:gd name="T43" fmla="*/ 235 h 562"/>
                <a:gd name="T44" fmla="*/ 95 w 501"/>
                <a:gd name="T45" fmla="*/ 256 h 562"/>
                <a:gd name="T46" fmla="*/ 22 w 501"/>
                <a:gd name="T47" fmla="*/ 315 h 562"/>
                <a:gd name="T48" fmla="*/ 0 w 501"/>
                <a:gd name="T49" fmla="*/ 398 h 562"/>
                <a:gd name="T50" fmla="*/ 25 w 501"/>
                <a:gd name="T51" fmla="*/ 483 h 562"/>
                <a:gd name="T52" fmla="*/ 97 w 501"/>
                <a:gd name="T53" fmla="*/ 541 h 562"/>
                <a:gd name="T54" fmla="*/ 205 w 501"/>
                <a:gd name="T55" fmla="*/ 562 h 562"/>
                <a:gd name="T56" fmla="*/ 327 w 501"/>
                <a:gd name="T57" fmla="*/ 536 h 562"/>
                <a:gd name="T58" fmla="*/ 379 w 501"/>
                <a:gd name="T59" fmla="*/ 489 h 562"/>
                <a:gd name="T60" fmla="*/ 379 w 501"/>
                <a:gd name="T61" fmla="*/ 555 h 562"/>
                <a:gd name="T62" fmla="*/ 501 w 501"/>
                <a:gd name="T63" fmla="*/ 555 h 562"/>
                <a:gd name="T64" fmla="*/ 501 w 501"/>
                <a:gd name="T65" fmla="*/ 234 h 562"/>
                <a:gd name="T66" fmla="*/ 435 w 501"/>
                <a:gd name="T67" fmla="*/ 57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1" h="562">
                  <a:moveTo>
                    <a:pt x="317" y="447"/>
                  </a:moveTo>
                  <a:lnTo>
                    <a:pt x="317" y="447"/>
                  </a:lnTo>
                  <a:cubicBezTo>
                    <a:pt x="292" y="462"/>
                    <a:pt x="264" y="469"/>
                    <a:pt x="232" y="469"/>
                  </a:cubicBezTo>
                  <a:cubicBezTo>
                    <a:pt x="199" y="469"/>
                    <a:pt x="173" y="462"/>
                    <a:pt x="155" y="448"/>
                  </a:cubicBezTo>
                  <a:cubicBezTo>
                    <a:pt x="136" y="435"/>
                    <a:pt x="127" y="416"/>
                    <a:pt x="127" y="393"/>
                  </a:cubicBezTo>
                  <a:cubicBezTo>
                    <a:pt x="127" y="372"/>
                    <a:pt x="135" y="355"/>
                    <a:pt x="150" y="341"/>
                  </a:cubicBezTo>
                  <a:cubicBezTo>
                    <a:pt x="165" y="327"/>
                    <a:pt x="194" y="320"/>
                    <a:pt x="238" y="320"/>
                  </a:cubicBezTo>
                  <a:lnTo>
                    <a:pt x="372" y="320"/>
                  </a:lnTo>
                  <a:lnTo>
                    <a:pt x="372" y="384"/>
                  </a:lnTo>
                  <a:cubicBezTo>
                    <a:pt x="361" y="412"/>
                    <a:pt x="342" y="433"/>
                    <a:pt x="317" y="447"/>
                  </a:cubicBezTo>
                  <a:close/>
                  <a:moveTo>
                    <a:pt x="435" y="57"/>
                  </a:moveTo>
                  <a:lnTo>
                    <a:pt x="435" y="57"/>
                  </a:lnTo>
                  <a:cubicBezTo>
                    <a:pt x="391" y="19"/>
                    <a:pt x="330" y="0"/>
                    <a:pt x="250" y="0"/>
                  </a:cubicBezTo>
                  <a:cubicBezTo>
                    <a:pt x="206" y="0"/>
                    <a:pt x="163" y="6"/>
                    <a:pt x="122" y="17"/>
                  </a:cubicBezTo>
                  <a:cubicBezTo>
                    <a:pt x="81" y="28"/>
                    <a:pt x="46" y="45"/>
                    <a:pt x="17" y="68"/>
                  </a:cubicBezTo>
                  <a:lnTo>
                    <a:pt x="67" y="162"/>
                  </a:lnTo>
                  <a:cubicBezTo>
                    <a:pt x="88" y="144"/>
                    <a:pt x="113" y="131"/>
                    <a:pt x="143" y="121"/>
                  </a:cubicBezTo>
                  <a:cubicBezTo>
                    <a:pt x="173" y="112"/>
                    <a:pt x="203" y="107"/>
                    <a:pt x="234" y="107"/>
                  </a:cubicBezTo>
                  <a:cubicBezTo>
                    <a:pt x="280" y="107"/>
                    <a:pt x="315" y="118"/>
                    <a:pt x="337" y="138"/>
                  </a:cubicBezTo>
                  <a:cubicBezTo>
                    <a:pt x="360" y="159"/>
                    <a:pt x="372" y="189"/>
                    <a:pt x="372" y="226"/>
                  </a:cubicBezTo>
                  <a:lnTo>
                    <a:pt x="372" y="235"/>
                  </a:lnTo>
                  <a:lnTo>
                    <a:pt x="229" y="235"/>
                  </a:lnTo>
                  <a:cubicBezTo>
                    <a:pt x="173" y="235"/>
                    <a:pt x="129" y="242"/>
                    <a:pt x="95" y="256"/>
                  </a:cubicBezTo>
                  <a:cubicBezTo>
                    <a:pt x="61" y="271"/>
                    <a:pt x="37" y="290"/>
                    <a:pt x="22" y="315"/>
                  </a:cubicBezTo>
                  <a:cubicBezTo>
                    <a:pt x="7" y="339"/>
                    <a:pt x="0" y="367"/>
                    <a:pt x="0" y="398"/>
                  </a:cubicBezTo>
                  <a:cubicBezTo>
                    <a:pt x="0" y="429"/>
                    <a:pt x="8" y="458"/>
                    <a:pt x="25" y="483"/>
                  </a:cubicBezTo>
                  <a:cubicBezTo>
                    <a:pt x="42" y="508"/>
                    <a:pt x="66" y="527"/>
                    <a:pt x="97" y="541"/>
                  </a:cubicBezTo>
                  <a:cubicBezTo>
                    <a:pt x="128" y="555"/>
                    <a:pt x="164" y="562"/>
                    <a:pt x="205" y="562"/>
                  </a:cubicBezTo>
                  <a:cubicBezTo>
                    <a:pt x="254" y="562"/>
                    <a:pt x="295" y="554"/>
                    <a:pt x="327" y="536"/>
                  </a:cubicBezTo>
                  <a:cubicBezTo>
                    <a:pt x="349" y="523"/>
                    <a:pt x="366" y="508"/>
                    <a:pt x="379" y="489"/>
                  </a:cubicBezTo>
                  <a:lnTo>
                    <a:pt x="379" y="555"/>
                  </a:lnTo>
                  <a:lnTo>
                    <a:pt x="501" y="555"/>
                  </a:lnTo>
                  <a:lnTo>
                    <a:pt x="501" y="234"/>
                  </a:lnTo>
                  <a:cubicBezTo>
                    <a:pt x="501" y="154"/>
                    <a:pt x="479" y="95"/>
                    <a:pt x="435" y="5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BCED7FE0-774F-4058-B390-06792A3939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29005" y="719144"/>
              <a:ext cx="517526" cy="530230"/>
            </a:xfrm>
            <a:custGeom>
              <a:avLst/>
              <a:gdLst>
                <a:gd name="T0" fmla="*/ 513 w 543"/>
                <a:gd name="T1" fmla="*/ 105 h 555"/>
                <a:gd name="T2" fmla="*/ 513 w 543"/>
                <a:gd name="T3" fmla="*/ 105 h 555"/>
                <a:gd name="T4" fmla="*/ 431 w 543"/>
                <a:gd name="T5" fmla="*/ 26 h 555"/>
                <a:gd name="T6" fmla="*/ 312 w 543"/>
                <a:gd name="T7" fmla="*/ 0 h 555"/>
                <a:gd name="T8" fmla="*/ 185 w 543"/>
                <a:gd name="T9" fmla="*/ 28 h 555"/>
                <a:gd name="T10" fmla="*/ 123 w 543"/>
                <a:gd name="T11" fmla="*/ 78 h 555"/>
                <a:gd name="T12" fmla="*/ 123 w 543"/>
                <a:gd name="T13" fmla="*/ 6 h 555"/>
                <a:gd name="T14" fmla="*/ 0 w 543"/>
                <a:gd name="T15" fmla="*/ 6 h 555"/>
                <a:gd name="T16" fmla="*/ 0 w 543"/>
                <a:gd name="T17" fmla="*/ 555 h 555"/>
                <a:gd name="T18" fmla="*/ 129 w 543"/>
                <a:gd name="T19" fmla="*/ 555 h 555"/>
                <a:gd name="T20" fmla="*/ 129 w 543"/>
                <a:gd name="T21" fmla="*/ 278 h 555"/>
                <a:gd name="T22" fmla="*/ 148 w 543"/>
                <a:gd name="T23" fmla="*/ 186 h 555"/>
                <a:gd name="T24" fmla="*/ 202 w 543"/>
                <a:gd name="T25" fmla="*/ 131 h 555"/>
                <a:gd name="T26" fmla="*/ 283 w 543"/>
                <a:gd name="T27" fmla="*/ 112 h 555"/>
                <a:gd name="T28" fmla="*/ 379 w 543"/>
                <a:gd name="T29" fmla="*/ 148 h 555"/>
                <a:gd name="T30" fmla="*/ 414 w 543"/>
                <a:gd name="T31" fmla="*/ 257 h 555"/>
                <a:gd name="T32" fmla="*/ 414 w 543"/>
                <a:gd name="T33" fmla="*/ 555 h 555"/>
                <a:gd name="T34" fmla="*/ 543 w 543"/>
                <a:gd name="T35" fmla="*/ 555 h 555"/>
                <a:gd name="T36" fmla="*/ 543 w 543"/>
                <a:gd name="T37" fmla="*/ 241 h 555"/>
                <a:gd name="T38" fmla="*/ 513 w 543"/>
                <a:gd name="T39" fmla="*/ 105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3" h="555">
                  <a:moveTo>
                    <a:pt x="513" y="105"/>
                  </a:moveTo>
                  <a:lnTo>
                    <a:pt x="513" y="105"/>
                  </a:lnTo>
                  <a:cubicBezTo>
                    <a:pt x="493" y="69"/>
                    <a:pt x="465" y="43"/>
                    <a:pt x="431" y="26"/>
                  </a:cubicBezTo>
                  <a:cubicBezTo>
                    <a:pt x="396" y="9"/>
                    <a:pt x="356" y="0"/>
                    <a:pt x="312" y="0"/>
                  </a:cubicBezTo>
                  <a:cubicBezTo>
                    <a:pt x="264" y="0"/>
                    <a:pt x="222" y="10"/>
                    <a:pt x="185" y="28"/>
                  </a:cubicBezTo>
                  <a:cubicBezTo>
                    <a:pt x="160" y="41"/>
                    <a:pt x="139" y="58"/>
                    <a:pt x="123" y="78"/>
                  </a:cubicBezTo>
                  <a:lnTo>
                    <a:pt x="123" y="6"/>
                  </a:lnTo>
                  <a:lnTo>
                    <a:pt x="0" y="6"/>
                  </a:lnTo>
                  <a:lnTo>
                    <a:pt x="0" y="555"/>
                  </a:lnTo>
                  <a:lnTo>
                    <a:pt x="129" y="555"/>
                  </a:lnTo>
                  <a:lnTo>
                    <a:pt x="129" y="278"/>
                  </a:lnTo>
                  <a:cubicBezTo>
                    <a:pt x="129" y="241"/>
                    <a:pt x="135" y="210"/>
                    <a:pt x="148" y="186"/>
                  </a:cubicBezTo>
                  <a:cubicBezTo>
                    <a:pt x="161" y="161"/>
                    <a:pt x="179" y="143"/>
                    <a:pt x="202" y="131"/>
                  </a:cubicBezTo>
                  <a:cubicBezTo>
                    <a:pt x="225" y="118"/>
                    <a:pt x="252" y="112"/>
                    <a:pt x="283" y="112"/>
                  </a:cubicBezTo>
                  <a:cubicBezTo>
                    <a:pt x="324" y="112"/>
                    <a:pt x="356" y="124"/>
                    <a:pt x="379" y="148"/>
                  </a:cubicBezTo>
                  <a:cubicBezTo>
                    <a:pt x="402" y="172"/>
                    <a:pt x="414" y="208"/>
                    <a:pt x="414" y="257"/>
                  </a:cubicBezTo>
                  <a:lnTo>
                    <a:pt x="414" y="555"/>
                  </a:lnTo>
                  <a:lnTo>
                    <a:pt x="543" y="555"/>
                  </a:lnTo>
                  <a:lnTo>
                    <a:pt x="543" y="241"/>
                  </a:lnTo>
                  <a:cubicBezTo>
                    <a:pt x="543" y="185"/>
                    <a:pt x="533" y="140"/>
                    <a:pt x="513" y="1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11DDD66A-8259-4703-BFFC-3A754E50B2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82778" y="1111260"/>
              <a:ext cx="134938" cy="139701"/>
            </a:xfrm>
            <a:custGeom>
              <a:avLst/>
              <a:gdLst>
                <a:gd name="T0" fmla="*/ 0 w 141"/>
                <a:gd name="T1" fmla="*/ 0 h 146"/>
                <a:gd name="T2" fmla="*/ 0 w 141"/>
                <a:gd name="T3" fmla="*/ 0 h 146"/>
                <a:gd name="T4" fmla="*/ 141 w 141"/>
                <a:gd name="T5" fmla="*/ 0 h 146"/>
                <a:gd name="T6" fmla="*/ 141 w 141"/>
                <a:gd name="T7" fmla="*/ 146 h 146"/>
                <a:gd name="T8" fmla="*/ 0 w 141"/>
                <a:gd name="T9" fmla="*/ 146 h 146"/>
                <a:gd name="T10" fmla="*/ 0 w 141"/>
                <a:gd name="T1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" h="146">
                  <a:moveTo>
                    <a:pt x="0" y="0"/>
                  </a:moveTo>
                  <a:lnTo>
                    <a:pt x="0" y="0"/>
                  </a:lnTo>
                  <a:lnTo>
                    <a:pt x="141" y="0"/>
                  </a:lnTo>
                  <a:lnTo>
                    <a:pt x="141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00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50A0C2E0-0905-4401-845A-FD9982E36F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01" y="1433526"/>
              <a:ext cx="104775" cy="115889"/>
            </a:xfrm>
            <a:custGeom>
              <a:avLst/>
              <a:gdLst>
                <a:gd name="T0" fmla="*/ 83 w 109"/>
                <a:gd name="T1" fmla="*/ 122 h 122"/>
                <a:gd name="T2" fmla="*/ 83 w 109"/>
                <a:gd name="T3" fmla="*/ 122 h 122"/>
                <a:gd name="T4" fmla="*/ 83 w 109"/>
                <a:gd name="T5" fmla="*/ 23 h 122"/>
                <a:gd name="T6" fmla="*/ 26 w 109"/>
                <a:gd name="T7" fmla="*/ 23 h 122"/>
                <a:gd name="T8" fmla="*/ 26 w 109"/>
                <a:gd name="T9" fmla="*/ 122 h 122"/>
                <a:gd name="T10" fmla="*/ 0 w 109"/>
                <a:gd name="T11" fmla="*/ 122 h 122"/>
                <a:gd name="T12" fmla="*/ 0 w 109"/>
                <a:gd name="T13" fmla="*/ 0 h 122"/>
                <a:gd name="T14" fmla="*/ 109 w 109"/>
                <a:gd name="T15" fmla="*/ 0 h 122"/>
                <a:gd name="T16" fmla="*/ 109 w 109"/>
                <a:gd name="T17" fmla="*/ 122 h 122"/>
                <a:gd name="T18" fmla="*/ 83 w 109"/>
                <a:gd name="T1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22">
                  <a:moveTo>
                    <a:pt x="83" y="122"/>
                  </a:moveTo>
                  <a:lnTo>
                    <a:pt x="83" y="122"/>
                  </a:lnTo>
                  <a:lnTo>
                    <a:pt x="83" y="23"/>
                  </a:lnTo>
                  <a:lnTo>
                    <a:pt x="26" y="23"/>
                  </a:lnTo>
                  <a:lnTo>
                    <a:pt x="26" y="122"/>
                  </a:lnTo>
                  <a:lnTo>
                    <a:pt x="0" y="122"/>
                  </a:lnTo>
                  <a:lnTo>
                    <a:pt x="0" y="0"/>
                  </a:lnTo>
                  <a:lnTo>
                    <a:pt x="109" y="0"/>
                  </a:lnTo>
                  <a:lnTo>
                    <a:pt x="109" y="122"/>
                  </a:lnTo>
                  <a:lnTo>
                    <a:pt x="83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6C0A079F-7571-46C6-B646-A952207B0F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9326" y="1433526"/>
              <a:ext cx="111125" cy="119064"/>
            </a:xfrm>
            <a:custGeom>
              <a:avLst/>
              <a:gdLst>
                <a:gd name="T0" fmla="*/ 0 w 116"/>
                <a:gd name="T1" fmla="*/ 99 h 124"/>
                <a:gd name="T2" fmla="*/ 0 w 116"/>
                <a:gd name="T3" fmla="*/ 99 h 124"/>
                <a:gd name="T4" fmla="*/ 27 w 116"/>
                <a:gd name="T5" fmla="*/ 36 h 124"/>
                <a:gd name="T6" fmla="*/ 30 w 116"/>
                <a:gd name="T7" fmla="*/ 0 h 124"/>
                <a:gd name="T8" fmla="*/ 116 w 116"/>
                <a:gd name="T9" fmla="*/ 0 h 124"/>
                <a:gd name="T10" fmla="*/ 116 w 116"/>
                <a:gd name="T11" fmla="*/ 122 h 124"/>
                <a:gd name="T12" fmla="*/ 90 w 116"/>
                <a:gd name="T13" fmla="*/ 122 h 124"/>
                <a:gd name="T14" fmla="*/ 90 w 116"/>
                <a:gd name="T15" fmla="*/ 23 h 124"/>
                <a:gd name="T16" fmla="*/ 52 w 116"/>
                <a:gd name="T17" fmla="*/ 23 h 124"/>
                <a:gd name="T18" fmla="*/ 50 w 116"/>
                <a:gd name="T19" fmla="*/ 40 h 124"/>
                <a:gd name="T20" fmla="*/ 0 w 116"/>
                <a:gd name="T21" fmla="*/ 124 h 124"/>
                <a:gd name="T22" fmla="*/ 0 w 116"/>
                <a:gd name="T23" fmla="*/ 9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24">
                  <a:moveTo>
                    <a:pt x="0" y="99"/>
                  </a:moveTo>
                  <a:lnTo>
                    <a:pt x="0" y="99"/>
                  </a:lnTo>
                  <a:cubicBezTo>
                    <a:pt x="12" y="99"/>
                    <a:pt x="23" y="91"/>
                    <a:pt x="27" y="36"/>
                  </a:cubicBezTo>
                  <a:lnTo>
                    <a:pt x="30" y="0"/>
                  </a:lnTo>
                  <a:lnTo>
                    <a:pt x="116" y="0"/>
                  </a:lnTo>
                  <a:lnTo>
                    <a:pt x="116" y="122"/>
                  </a:lnTo>
                  <a:lnTo>
                    <a:pt x="90" y="122"/>
                  </a:lnTo>
                  <a:lnTo>
                    <a:pt x="90" y="23"/>
                  </a:lnTo>
                  <a:lnTo>
                    <a:pt x="52" y="23"/>
                  </a:lnTo>
                  <a:lnTo>
                    <a:pt x="50" y="40"/>
                  </a:lnTo>
                  <a:cubicBezTo>
                    <a:pt x="44" y="115"/>
                    <a:pt x="24" y="124"/>
                    <a:pt x="0" y="124"/>
                  </a:cubicBezTo>
                  <a:lnTo>
                    <a:pt x="0" y="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732E732F-C418-426A-A277-69CBD585FD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4739" y="1433526"/>
              <a:ext cx="120650" cy="115889"/>
            </a:xfrm>
            <a:custGeom>
              <a:avLst/>
              <a:gdLst>
                <a:gd name="T0" fmla="*/ 63 w 126"/>
                <a:gd name="T1" fmla="*/ 22 h 122"/>
                <a:gd name="T2" fmla="*/ 63 w 126"/>
                <a:gd name="T3" fmla="*/ 22 h 122"/>
                <a:gd name="T4" fmla="*/ 43 w 126"/>
                <a:gd name="T5" fmla="*/ 78 h 122"/>
                <a:gd name="T6" fmla="*/ 83 w 126"/>
                <a:gd name="T7" fmla="*/ 78 h 122"/>
                <a:gd name="T8" fmla="*/ 63 w 126"/>
                <a:gd name="T9" fmla="*/ 22 h 122"/>
                <a:gd name="T10" fmla="*/ 98 w 126"/>
                <a:gd name="T11" fmla="*/ 122 h 122"/>
                <a:gd name="T12" fmla="*/ 98 w 126"/>
                <a:gd name="T13" fmla="*/ 122 h 122"/>
                <a:gd name="T14" fmla="*/ 90 w 126"/>
                <a:gd name="T15" fmla="*/ 101 h 122"/>
                <a:gd name="T16" fmla="*/ 36 w 126"/>
                <a:gd name="T17" fmla="*/ 101 h 122"/>
                <a:gd name="T18" fmla="*/ 28 w 126"/>
                <a:gd name="T19" fmla="*/ 122 h 122"/>
                <a:gd name="T20" fmla="*/ 0 w 126"/>
                <a:gd name="T21" fmla="*/ 122 h 122"/>
                <a:gd name="T22" fmla="*/ 47 w 126"/>
                <a:gd name="T23" fmla="*/ 0 h 122"/>
                <a:gd name="T24" fmla="*/ 79 w 126"/>
                <a:gd name="T25" fmla="*/ 0 h 122"/>
                <a:gd name="T26" fmla="*/ 126 w 126"/>
                <a:gd name="T27" fmla="*/ 122 h 122"/>
                <a:gd name="T28" fmla="*/ 98 w 126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6" h="122">
                  <a:moveTo>
                    <a:pt x="63" y="22"/>
                  </a:moveTo>
                  <a:lnTo>
                    <a:pt x="63" y="22"/>
                  </a:lnTo>
                  <a:lnTo>
                    <a:pt x="43" y="78"/>
                  </a:lnTo>
                  <a:lnTo>
                    <a:pt x="83" y="78"/>
                  </a:lnTo>
                  <a:lnTo>
                    <a:pt x="63" y="22"/>
                  </a:lnTo>
                  <a:close/>
                  <a:moveTo>
                    <a:pt x="98" y="122"/>
                  </a:moveTo>
                  <a:lnTo>
                    <a:pt x="98" y="122"/>
                  </a:lnTo>
                  <a:lnTo>
                    <a:pt x="90" y="101"/>
                  </a:lnTo>
                  <a:lnTo>
                    <a:pt x="36" y="101"/>
                  </a:lnTo>
                  <a:lnTo>
                    <a:pt x="28" y="122"/>
                  </a:lnTo>
                  <a:lnTo>
                    <a:pt x="0" y="122"/>
                  </a:lnTo>
                  <a:lnTo>
                    <a:pt x="47" y="0"/>
                  </a:lnTo>
                  <a:lnTo>
                    <a:pt x="79" y="0"/>
                  </a:lnTo>
                  <a:lnTo>
                    <a:pt x="126" y="122"/>
                  </a:lnTo>
                  <a:lnTo>
                    <a:pt x="98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4E2E9FB4-4DBA-40CC-90B3-8869A6F40A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0627" y="1433526"/>
              <a:ext cx="93663" cy="115889"/>
            </a:xfrm>
            <a:custGeom>
              <a:avLst/>
              <a:gdLst>
                <a:gd name="T0" fmla="*/ 35 w 97"/>
                <a:gd name="T1" fmla="*/ 122 h 122"/>
                <a:gd name="T2" fmla="*/ 35 w 97"/>
                <a:gd name="T3" fmla="*/ 122 h 122"/>
                <a:gd name="T4" fmla="*/ 35 w 97"/>
                <a:gd name="T5" fmla="*/ 23 h 122"/>
                <a:gd name="T6" fmla="*/ 0 w 97"/>
                <a:gd name="T7" fmla="*/ 23 h 122"/>
                <a:gd name="T8" fmla="*/ 0 w 97"/>
                <a:gd name="T9" fmla="*/ 0 h 122"/>
                <a:gd name="T10" fmla="*/ 97 w 97"/>
                <a:gd name="T11" fmla="*/ 0 h 122"/>
                <a:gd name="T12" fmla="*/ 97 w 97"/>
                <a:gd name="T13" fmla="*/ 23 h 122"/>
                <a:gd name="T14" fmla="*/ 61 w 97"/>
                <a:gd name="T15" fmla="*/ 23 h 122"/>
                <a:gd name="T16" fmla="*/ 61 w 97"/>
                <a:gd name="T17" fmla="*/ 122 h 122"/>
                <a:gd name="T18" fmla="*/ 35 w 97"/>
                <a:gd name="T1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22">
                  <a:moveTo>
                    <a:pt x="35" y="122"/>
                  </a:moveTo>
                  <a:lnTo>
                    <a:pt x="35" y="122"/>
                  </a:lnTo>
                  <a:lnTo>
                    <a:pt x="35" y="23"/>
                  </a:lnTo>
                  <a:lnTo>
                    <a:pt x="0" y="23"/>
                  </a:lnTo>
                  <a:lnTo>
                    <a:pt x="0" y="0"/>
                  </a:lnTo>
                  <a:lnTo>
                    <a:pt x="97" y="0"/>
                  </a:lnTo>
                  <a:lnTo>
                    <a:pt x="97" y="23"/>
                  </a:lnTo>
                  <a:lnTo>
                    <a:pt x="61" y="23"/>
                  </a:lnTo>
                  <a:lnTo>
                    <a:pt x="61" y="122"/>
                  </a:lnTo>
                  <a:lnTo>
                    <a:pt x="35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5D2213FC-3154-464D-B046-1B81C7E5C7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89052" y="1433526"/>
              <a:ext cx="134938" cy="115889"/>
            </a:xfrm>
            <a:custGeom>
              <a:avLst/>
              <a:gdLst>
                <a:gd name="T0" fmla="*/ 85 w 143"/>
                <a:gd name="T1" fmla="*/ 86 h 122"/>
                <a:gd name="T2" fmla="*/ 85 w 143"/>
                <a:gd name="T3" fmla="*/ 86 h 122"/>
                <a:gd name="T4" fmla="*/ 117 w 143"/>
                <a:gd name="T5" fmla="*/ 61 h 122"/>
                <a:gd name="T6" fmla="*/ 85 w 143"/>
                <a:gd name="T7" fmla="*/ 36 h 122"/>
                <a:gd name="T8" fmla="*/ 85 w 143"/>
                <a:gd name="T9" fmla="*/ 86 h 122"/>
                <a:gd name="T10" fmla="*/ 59 w 143"/>
                <a:gd name="T11" fmla="*/ 86 h 122"/>
                <a:gd name="T12" fmla="*/ 59 w 143"/>
                <a:gd name="T13" fmla="*/ 86 h 122"/>
                <a:gd name="T14" fmla="*/ 59 w 143"/>
                <a:gd name="T15" fmla="*/ 36 h 122"/>
                <a:gd name="T16" fmla="*/ 27 w 143"/>
                <a:gd name="T17" fmla="*/ 61 h 122"/>
                <a:gd name="T18" fmla="*/ 59 w 143"/>
                <a:gd name="T19" fmla="*/ 86 h 122"/>
                <a:gd name="T20" fmla="*/ 85 w 143"/>
                <a:gd name="T21" fmla="*/ 109 h 122"/>
                <a:gd name="T22" fmla="*/ 85 w 143"/>
                <a:gd name="T23" fmla="*/ 109 h 122"/>
                <a:gd name="T24" fmla="*/ 85 w 143"/>
                <a:gd name="T25" fmla="*/ 122 h 122"/>
                <a:gd name="T26" fmla="*/ 59 w 143"/>
                <a:gd name="T27" fmla="*/ 122 h 122"/>
                <a:gd name="T28" fmla="*/ 59 w 143"/>
                <a:gd name="T29" fmla="*/ 109 h 122"/>
                <a:gd name="T30" fmla="*/ 0 w 143"/>
                <a:gd name="T31" fmla="*/ 61 h 122"/>
                <a:gd name="T32" fmla="*/ 59 w 143"/>
                <a:gd name="T33" fmla="*/ 12 h 122"/>
                <a:gd name="T34" fmla="*/ 59 w 143"/>
                <a:gd name="T35" fmla="*/ 0 h 122"/>
                <a:gd name="T36" fmla="*/ 85 w 143"/>
                <a:gd name="T37" fmla="*/ 0 h 122"/>
                <a:gd name="T38" fmla="*/ 85 w 143"/>
                <a:gd name="T39" fmla="*/ 12 h 122"/>
                <a:gd name="T40" fmla="*/ 143 w 143"/>
                <a:gd name="T41" fmla="*/ 61 h 122"/>
                <a:gd name="T42" fmla="*/ 85 w 143"/>
                <a:gd name="T4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122">
                  <a:moveTo>
                    <a:pt x="85" y="86"/>
                  </a:moveTo>
                  <a:lnTo>
                    <a:pt x="85" y="86"/>
                  </a:lnTo>
                  <a:cubicBezTo>
                    <a:pt x="105" y="84"/>
                    <a:pt x="117" y="75"/>
                    <a:pt x="117" y="61"/>
                  </a:cubicBezTo>
                  <a:cubicBezTo>
                    <a:pt x="117" y="47"/>
                    <a:pt x="105" y="38"/>
                    <a:pt x="85" y="36"/>
                  </a:cubicBezTo>
                  <a:lnTo>
                    <a:pt x="85" y="86"/>
                  </a:lnTo>
                  <a:close/>
                  <a:moveTo>
                    <a:pt x="59" y="86"/>
                  </a:moveTo>
                  <a:lnTo>
                    <a:pt x="59" y="86"/>
                  </a:lnTo>
                  <a:lnTo>
                    <a:pt x="59" y="36"/>
                  </a:lnTo>
                  <a:cubicBezTo>
                    <a:pt x="38" y="38"/>
                    <a:pt x="27" y="47"/>
                    <a:pt x="27" y="61"/>
                  </a:cubicBezTo>
                  <a:cubicBezTo>
                    <a:pt x="27" y="75"/>
                    <a:pt x="38" y="84"/>
                    <a:pt x="59" y="86"/>
                  </a:cubicBezTo>
                  <a:close/>
                  <a:moveTo>
                    <a:pt x="85" y="109"/>
                  </a:moveTo>
                  <a:lnTo>
                    <a:pt x="85" y="109"/>
                  </a:lnTo>
                  <a:lnTo>
                    <a:pt x="85" y="122"/>
                  </a:lnTo>
                  <a:lnTo>
                    <a:pt x="59" y="122"/>
                  </a:lnTo>
                  <a:lnTo>
                    <a:pt x="59" y="109"/>
                  </a:lnTo>
                  <a:cubicBezTo>
                    <a:pt x="22" y="106"/>
                    <a:pt x="0" y="89"/>
                    <a:pt x="0" y="61"/>
                  </a:cubicBezTo>
                  <a:cubicBezTo>
                    <a:pt x="0" y="33"/>
                    <a:pt x="22" y="16"/>
                    <a:pt x="59" y="12"/>
                  </a:cubicBezTo>
                  <a:lnTo>
                    <a:pt x="59" y="0"/>
                  </a:lnTo>
                  <a:lnTo>
                    <a:pt x="85" y="0"/>
                  </a:lnTo>
                  <a:lnTo>
                    <a:pt x="85" y="12"/>
                  </a:lnTo>
                  <a:cubicBezTo>
                    <a:pt x="121" y="16"/>
                    <a:pt x="143" y="33"/>
                    <a:pt x="143" y="61"/>
                  </a:cubicBezTo>
                  <a:cubicBezTo>
                    <a:pt x="143" y="89"/>
                    <a:pt x="121" y="106"/>
                    <a:pt x="85" y="10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FF44A168-7F5B-4F13-8397-344518F51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39865" y="1431938"/>
              <a:ext cx="120650" cy="120651"/>
            </a:xfrm>
            <a:custGeom>
              <a:avLst/>
              <a:gdLst>
                <a:gd name="T0" fmla="*/ 64 w 127"/>
                <a:gd name="T1" fmla="*/ 23 h 126"/>
                <a:gd name="T2" fmla="*/ 64 w 127"/>
                <a:gd name="T3" fmla="*/ 23 h 126"/>
                <a:gd name="T4" fmla="*/ 27 w 127"/>
                <a:gd name="T5" fmla="*/ 63 h 126"/>
                <a:gd name="T6" fmla="*/ 64 w 127"/>
                <a:gd name="T7" fmla="*/ 103 h 126"/>
                <a:gd name="T8" fmla="*/ 101 w 127"/>
                <a:gd name="T9" fmla="*/ 63 h 126"/>
                <a:gd name="T10" fmla="*/ 64 w 127"/>
                <a:gd name="T11" fmla="*/ 23 h 126"/>
                <a:gd name="T12" fmla="*/ 64 w 127"/>
                <a:gd name="T13" fmla="*/ 0 h 126"/>
                <a:gd name="T14" fmla="*/ 64 w 127"/>
                <a:gd name="T15" fmla="*/ 0 h 126"/>
                <a:gd name="T16" fmla="*/ 127 w 127"/>
                <a:gd name="T17" fmla="*/ 63 h 126"/>
                <a:gd name="T18" fmla="*/ 64 w 127"/>
                <a:gd name="T19" fmla="*/ 126 h 126"/>
                <a:gd name="T20" fmla="*/ 0 w 127"/>
                <a:gd name="T21" fmla="*/ 63 h 126"/>
                <a:gd name="T22" fmla="*/ 64 w 127"/>
                <a:gd name="T2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126">
                  <a:moveTo>
                    <a:pt x="64" y="23"/>
                  </a:moveTo>
                  <a:lnTo>
                    <a:pt x="64" y="23"/>
                  </a:lnTo>
                  <a:cubicBezTo>
                    <a:pt x="41" y="23"/>
                    <a:pt x="27" y="40"/>
                    <a:pt x="27" y="63"/>
                  </a:cubicBezTo>
                  <a:cubicBezTo>
                    <a:pt x="27" y="86"/>
                    <a:pt x="41" y="103"/>
                    <a:pt x="64" y="103"/>
                  </a:cubicBezTo>
                  <a:cubicBezTo>
                    <a:pt x="86" y="103"/>
                    <a:pt x="101" y="86"/>
                    <a:pt x="101" y="63"/>
                  </a:cubicBezTo>
                  <a:cubicBezTo>
                    <a:pt x="101" y="40"/>
                    <a:pt x="86" y="23"/>
                    <a:pt x="64" y="23"/>
                  </a:cubicBezTo>
                  <a:close/>
                  <a:moveTo>
                    <a:pt x="64" y="0"/>
                  </a:moveTo>
                  <a:lnTo>
                    <a:pt x="64" y="0"/>
                  </a:lnTo>
                  <a:cubicBezTo>
                    <a:pt x="101" y="0"/>
                    <a:pt x="127" y="26"/>
                    <a:pt x="127" y="63"/>
                  </a:cubicBezTo>
                  <a:cubicBezTo>
                    <a:pt x="127" y="100"/>
                    <a:pt x="101" y="126"/>
                    <a:pt x="64" y="126"/>
                  </a:cubicBezTo>
                  <a:cubicBezTo>
                    <a:pt x="27" y="126"/>
                    <a:pt x="0" y="100"/>
                    <a:pt x="0" y="63"/>
                  </a:cubicBezTo>
                  <a:cubicBezTo>
                    <a:pt x="0" y="26"/>
                    <a:pt x="27" y="0"/>
                    <a:pt x="6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D3429521-D806-47F9-989F-AB801EB21E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40" y="1433526"/>
              <a:ext cx="92075" cy="115889"/>
            </a:xfrm>
            <a:custGeom>
              <a:avLst/>
              <a:gdLst>
                <a:gd name="T0" fmla="*/ 54 w 98"/>
                <a:gd name="T1" fmla="*/ 22 h 122"/>
                <a:gd name="T2" fmla="*/ 54 w 98"/>
                <a:gd name="T3" fmla="*/ 22 h 122"/>
                <a:gd name="T4" fmla="*/ 26 w 98"/>
                <a:gd name="T5" fmla="*/ 22 h 122"/>
                <a:gd name="T6" fmla="*/ 26 w 98"/>
                <a:gd name="T7" fmla="*/ 56 h 122"/>
                <a:gd name="T8" fmla="*/ 54 w 98"/>
                <a:gd name="T9" fmla="*/ 56 h 122"/>
                <a:gd name="T10" fmla="*/ 72 w 98"/>
                <a:gd name="T11" fmla="*/ 39 h 122"/>
                <a:gd name="T12" fmla="*/ 54 w 98"/>
                <a:gd name="T13" fmla="*/ 22 h 122"/>
                <a:gd name="T14" fmla="*/ 0 w 98"/>
                <a:gd name="T15" fmla="*/ 122 h 122"/>
                <a:gd name="T16" fmla="*/ 0 w 98"/>
                <a:gd name="T17" fmla="*/ 122 h 122"/>
                <a:gd name="T18" fmla="*/ 0 w 98"/>
                <a:gd name="T19" fmla="*/ 0 h 122"/>
                <a:gd name="T20" fmla="*/ 57 w 98"/>
                <a:gd name="T21" fmla="*/ 0 h 122"/>
                <a:gd name="T22" fmla="*/ 98 w 98"/>
                <a:gd name="T23" fmla="*/ 39 h 122"/>
                <a:gd name="T24" fmla="*/ 57 w 98"/>
                <a:gd name="T25" fmla="*/ 78 h 122"/>
                <a:gd name="T26" fmla="*/ 26 w 98"/>
                <a:gd name="T27" fmla="*/ 78 h 122"/>
                <a:gd name="T28" fmla="*/ 26 w 98"/>
                <a:gd name="T29" fmla="*/ 122 h 122"/>
                <a:gd name="T30" fmla="*/ 0 w 98"/>
                <a:gd name="T3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" h="122">
                  <a:moveTo>
                    <a:pt x="54" y="22"/>
                  </a:moveTo>
                  <a:lnTo>
                    <a:pt x="54" y="22"/>
                  </a:lnTo>
                  <a:lnTo>
                    <a:pt x="26" y="22"/>
                  </a:lnTo>
                  <a:lnTo>
                    <a:pt x="26" y="56"/>
                  </a:lnTo>
                  <a:lnTo>
                    <a:pt x="54" y="56"/>
                  </a:lnTo>
                  <a:cubicBezTo>
                    <a:pt x="64" y="56"/>
                    <a:pt x="72" y="49"/>
                    <a:pt x="72" y="39"/>
                  </a:cubicBezTo>
                  <a:cubicBezTo>
                    <a:pt x="72" y="29"/>
                    <a:pt x="64" y="22"/>
                    <a:pt x="54" y="22"/>
                  </a:cubicBezTo>
                  <a:close/>
                  <a:moveTo>
                    <a:pt x="0" y="122"/>
                  </a:moveTo>
                  <a:lnTo>
                    <a:pt x="0" y="122"/>
                  </a:lnTo>
                  <a:lnTo>
                    <a:pt x="0" y="0"/>
                  </a:lnTo>
                  <a:lnTo>
                    <a:pt x="57" y="0"/>
                  </a:lnTo>
                  <a:cubicBezTo>
                    <a:pt x="84" y="0"/>
                    <a:pt x="98" y="18"/>
                    <a:pt x="98" y="39"/>
                  </a:cubicBezTo>
                  <a:cubicBezTo>
                    <a:pt x="98" y="60"/>
                    <a:pt x="83" y="78"/>
                    <a:pt x="57" y="78"/>
                  </a:cubicBezTo>
                  <a:lnTo>
                    <a:pt x="26" y="78"/>
                  </a:lnTo>
                  <a:lnTo>
                    <a:pt x="26" y="122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E99A828D-5456-42AB-ADF5-ABCEB70F4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93865" y="1433526"/>
              <a:ext cx="125413" cy="115889"/>
            </a:xfrm>
            <a:custGeom>
              <a:avLst/>
              <a:gdLst>
                <a:gd name="T0" fmla="*/ 105 w 131"/>
                <a:gd name="T1" fmla="*/ 122 h 122"/>
                <a:gd name="T2" fmla="*/ 105 w 131"/>
                <a:gd name="T3" fmla="*/ 122 h 122"/>
                <a:gd name="T4" fmla="*/ 105 w 131"/>
                <a:gd name="T5" fmla="*/ 34 h 122"/>
                <a:gd name="T6" fmla="*/ 71 w 131"/>
                <a:gd name="T7" fmla="*/ 122 h 122"/>
                <a:gd name="T8" fmla="*/ 60 w 131"/>
                <a:gd name="T9" fmla="*/ 122 h 122"/>
                <a:gd name="T10" fmla="*/ 26 w 131"/>
                <a:gd name="T11" fmla="*/ 34 h 122"/>
                <a:gd name="T12" fmla="*/ 26 w 131"/>
                <a:gd name="T13" fmla="*/ 122 h 122"/>
                <a:gd name="T14" fmla="*/ 0 w 131"/>
                <a:gd name="T15" fmla="*/ 122 h 122"/>
                <a:gd name="T16" fmla="*/ 0 w 131"/>
                <a:gd name="T17" fmla="*/ 0 h 122"/>
                <a:gd name="T18" fmla="*/ 36 w 131"/>
                <a:gd name="T19" fmla="*/ 0 h 122"/>
                <a:gd name="T20" fmla="*/ 65 w 131"/>
                <a:gd name="T21" fmla="*/ 76 h 122"/>
                <a:gd name="T22" fmla="*/ 95 w 131"/>
                <a:gd name="T23" fmla="*/ 0 h 122"/>
                <a:gd name="T24" fmla="*/ 131 w 131"/>
                <a:gd name="T25" fmla="*/ 0 h 122"/>
                <a:gd name="T26" fmla="*/ 131 w 131"/>
                <a:gd name="T27" fmla="*/ 122 h 122"/>
                <a:gd name="T28" fmla="*/ 105 w 131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1" h="122">
                  <a:moveTo>
                    <a:pt x="105" y="122"/>
                  </a:moveTo>
                  <a:lnTo>
                    <a:pt x="105" y="122"/>
                  </a:lnTo>
                  <a:lnTo>
                    <a:pt x="105" y="34"/>
                  </a:lnTo>
                  <a:lnTo>
                    <a:pt x="71" y="122"/>
                  </a:lnTo>
                  <a:lnTo>
                    <a:pt x="60" y="122"/>
                  </a:lnTo>
                  <a:lnTo>
                    <a:pt x="26" y="34"/>
                  </a:lnTo>
                  <a:lnTo>
                    <a:pt x="26" y="122"/>
                  </a:lnTo>
                  <a:lnTo>
                    <a:pt x="0" y="122"/>
                  </a:lnTo>
                  <a:lnTo>
                    <a:pt x="0" y="0"/>
                  </a:lnTo>
                  <a:lnTo>
                    <a:pt x="36" y="0"/>
                  </a:lnTo>
                  <a:lnTo>
                    <a:pt x="65" y="76"/>
                  </a:lnTo>
                  <a:lnTo>
                    <a:pt x="95" y="0"/>
                  </a:lnTo>
                  <a:lnTo>
                    <a:pt x="131" y="0"/>
                  </a:lnTo>
                  <a:lnTo>
                    <a:pt x="131" y="122"/>
                  </a:lnTo>
                  <a:lnTo>
                    <a:pt x="105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167A70D6-E152-4F0C-AC96-00EFA7CB09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33565" y="1433526"/>
              <a:ext cx="120650" cy="115889"/>
            </a:xfrm>
            <a:custGeom>
              <a:avLst/>
              <a:gdLst>
                <a:gd name="T0" fmla="*/ 63 w 127"/>
                <a:gd name="T1" fmla="*/ 22 h 122"/>
                <a:gd name="T2" fmla="*/ 63 w 127"/>
                <a:gd name="T3" fmla="*/ 22 h 122"/>
                <a:gd name="T4" fmla="*/ 43 w 127"/>
                <a:gd name="T5" fmla="*/ 78 h 122"/>
                <a:gd name="T6" fmla="*/ 83 w 127"/>
                <a:gd name="T7" fmla="*/ 78 h 122"/>
                <a:gd name="T8" fmla="*/ 63 w 127"/>
                <a:gd name="T9" fmla="*/ 22 h 122"/>
                <a:gd name="T10" fmla="*/ 98 w 127"/>
                <a:gd name="T11" fmla="*/ 122 h 122"/>
                <a:gd name="T12" fmla="*/ 98 w 127"/>
                <a:gd name="T13" fmla="*/ 122 h 122"/>
                <a:gd name="T14" fmla="*/ 91 w 127"/>
                <a:gd name="T15" fmla="*/ 101 h 122"/>
                <a:gd name="T16" fmla="*/ 36 w 127"/>
                <a:gd name="T17" fmla="*/ 101 h 122"/>
                <a:gd name="T18" fmla="*/ 29 w 127"/>
                <a:gd name="T19" fmla="*/ 122 h 122"/>
                <a:gd name="T20" fmla="*/ 0 w 127"/>
                <a:gd name="T21" fmla="*/ 122 h 122"/>
                <a:gd name="T22" fmla="*/ 47 w 127"/>
                <a:gd name="T23" fmla="*/ 0 h 122"/>
                <a:gd name="T24" fmla="*/ 80 w 127"/>
                <a:gd name="T25" fmla="*/ 0 h 122"/>
                <a:gd name="T26" fmla="*/ 127 w 127"/>
                <a:gd name="T27" fmla="*/ 122 h 122"/>
                <a:gd name="T28" fmla="*/ 98 w 127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122">
                  <a:moveTo>
                    <a:pt x="63" y="22"/>
                  </a:moveTo>
                  <a:lnTo>
                    <a:pt x="63" y="22"/>
                  </a:lnTo>
                  <a:lnTo>
                    <a:pt x="43" y="78"/>
                  </a:lnTo>
                  <a:lnTo>
                    <a:pt x="83" y="78"/>
                  </a:lnTo>
                  <a:lnTo>
                    <a:pt x="63" y="22"/>
                  </a:lnTo>
                  <a:close/>
                  <a:moveTo>
                    <a:pt x="98" y="122"/>
                  </a:moveTo>
                  <a:lnTo>
                    <a:pt x="98" y="122"/>
                  </a:lnTo>
                  <a:lnTo>
                    <a:pt x="91" y="101"/>
                  </a:lnTo>
                  <a:lnTo>
                    <a:pt x="36" y="101"/>
                  </a:lnTo>
                  <a:lnTo>
                    <a:pt x="29" y="122"/>
                  </a:lnTo>
                  <a:lnTo>
                    <a:pt x="0" y="122"/>
                  </a:lnTo>
                  <a:lnTo>
                    <a:pt x="47" y="0"/>
                  </a:lnTo>
                  <a:lnTo>
                    <a:pt x="80" y="0"/>
                  </a:lnTo>
                  <a:lnTo>
                    <a:pt x="127" y="122"/>
                  </a:lnTo>
                  <a:lnTo>
                    <a:pt x="98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889" y="3498289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889" y="5975350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2" name="Subtitle 2">
            <a:extLst>
              <a:ext uri="{FF2B5EF4-FFF2-40B4-BE49-F238E27FC236}">
                <a16:creationId xmlns:a16="http://schemas.microsoft.com/office/drawing/2014/main" id="{821ED346-B00B-4F7F-B0AE-0C2DD41FE6E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750889" y="5051098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27815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lack slide with decora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81751"/>
            <a:ext cx="4114800" cy="21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/>
              <a:t>ООО "АксТим Тех" 2023</a:t>
            </a:r>
            <a:endParaRPr lang="ru-RU" dirty="0"/>
          </a:p>
        </p:txBody>
      </p:sp>
      <p:cxnSp>
        <p:nvCxnSpPr>
          <p:cNvPr id="19" name="Прямая соединительная линия 17">
            <a:extLst>
              <a:ext uri="{FF2B5EF4-FFF2-40B4-BE49-F238E27FC236}">
                <a16:creationId xmlns:a16="http://schemas.microsoft.com/office/drawing/2014/main" id="{2609D690-D074-4496-BA8A-FE5AC1A0869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5437" y="944563"/>
            <a:ext cx="11653038" cy="862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613185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3942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86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7423" userDrawn="1">
          <p15:clr>
            <a:srgbClr val="FBAE40"/>
          </p15:clr>
        </p15:guide>
        <p15:guide id="9" pos="25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356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0"/>
            <a:ext cx="12192000" cy="9445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613185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77919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86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257" userDrawn="1">
          <p15:clr>
            <a:srgbClr val="FBAE40"/>
          </p15:clr>
        </p15:guide>
        <p15:guide id="9" pos="742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ing 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2341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1"/>
            <a:ext cx="12192000" cy="6581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50"/>
            <a:ext cx="9708351" cy="39776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371708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73230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4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166">
          <p15:clr>
            <a:srgbClr val="FBAE40"/>
          </p15:clr>
        </p15:guide>
        <p15:guide id="5" pos="7514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257" userDrawn="1">
          <p15:clr>
            <a:srgbClr val="FBAE40"/>
          </p15:clr>
        </p15:guide>
        <p15:guide id="9" pos="742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ысоконагруженный слайд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96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2"/>
            <a:ext cx="12192000" cy="836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49"/>
            <a:ext cx="9708351" cy="57226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546479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89668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27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166">
          <p15:clr>
            <a:srgbClr val="FBAE40"/>
          </p15:clr>
        </p15:guide>
        <p15:guide id="5" pos="7514" userDrawn="1">
          <p15:clr>
            <a:srgbClr val="FBAE40"/>
          </p15:clr>
        </p15:guide>
        <p15:guide id="6" orient="horz" pos="618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257" userDrawn="1">
          <p15:clr>
            <a:srgbClr val="FBAE40"/>
          </p15:clr>
        </p15:guide>
        <p15:guide id="9" pos="7423" userDrawn="1">
          <p15:clr>
            <a:srgbClr val="FBAE40"/>
          </p15:clr>
        </p15:guide>
        <p15:guide id="10" pos="2048" userDrawn="1">
          <p15:clr>
            <a:srgbClr val="FBAE40"/>
          </p15:clr>
        </p15:guide>
        <p15:guide id="11" pos="56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ing white slide without decora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6057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451DE33-DF1F-4752-A79F-C3D598B0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50"/>
            <a:ext cx="9708351" cy="39776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2BB69E-3A81-41DB-9D84-AF9A1C590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07702CC1-54A4-4EE8-A55D-455C67EC6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610010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4" userDrawn="1">
          <p15:clr>
            <a:srgbClr val="FBAE40"/>
          </p15:clr>
        </p15:guide>
        <p15:guide id="3" orient="horz" pos="3906" userDrawn="1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527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279" userDrawn="1">
          <p15:clr>
            <a:srgbClr val="FBAE40"/>
          </p15:clr>
        </p15:guide>
        <p15:guide id="9" pos="74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for navigation butt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1"/>
            <a:ext cx="4114800" cy="198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cxnSp>
        <p:nvCxnSpPr>
          <p:cNvPr id="15" name="Прямая соединительная линия 17">
            <a:extLst>
              <a:ext uri="{FF2B5EF4-FFF2-40B4-BE49-F238E27FC236}">
                <a16:creationId xmlns:a16="http://schemas.microsoft.com/office/drawing/2014/main" id="{FF4810CA-C545-4D55-9B3B-B6E2947A77E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5437" y="944563"/>
            <a:ext cx="11653038" cy="862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645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 userDrawn="1">
          <p15:clr>
            <a:srgbClr val="FBAE40"/>
          </p15:clr>
        </p15:guide>
        <p15:guide id="3" orient="horz" pos="3884" userDrawn="1">
          <p15:clr>
            <a:srgbClr val="FBAE40"/>
          </p15:clr>
        </p15:guide>
        <p15:guide id="4" pos="302" userDrawn="1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  <p15:guide id="8" pos="16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out decorations an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1"/>
            <a:ext cx="4114800" cy="198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241388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 userDrawn="1">
          <p15:clr>
            <a:srgbClr val="FBAE40"/>
          </p15:clr>
        </p15:guide>
        <p15:guide id="3" orient="horz" pos="3884" userDrawn="1">
          <p15:clr>
            <a:srgbClr val="FBAE40"/>
          </p15:clr>
        </p15:guide>
        <p15:guide id="4" pos="302" userDrawn="1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 userDrawn="1">
          <p15:clr>
            <a:srgbClr val="FBAE40"/>
          </p15:clr>
        </p15:guide>
        <p15:guide id="7" orient="horz" pos="40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81513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0">
              <a:srgbClr val="000000"/>
            </a:gs>
            <a:gs pos="91000">
              <a:srgbClr val="0F001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AE640D2C-2F1D-437E-A88E-6A17CAAD1EFA}"/>
              </a:ext>
            </a:extLst>
          </p:cNvPr>
          <p:cNvSpPr/>
          <p:nvPr userDrawn="1"/>
        </p:nvSpPr>
        <p:spPr>
          <a:xfrm>
            <a:off x="6654450" y="-1467858"/>
            <a:ext cx="6579675" cy="8877870"/>
          </a:xfrm>
          <a:custGeom>
            <a:avLst/>
            <a:gdLst>
              <a:gd name="connsiteX0" fmla="*/ 6577995 w 6579675"/>
              <a:gd name="connsiteY0" fmla="*/ 5613554 h 8877870"/>
              <a:gd name="connsiteX1" fmla="*/ 6525766 w 6579675"/>
              <a:gd name="connsiteY1" fmla="*/ 6607840 h 8877870"/>
              <a:gd name="connsiteX2" fmla="*/ 4004640 w 6579675"/>
              <a:gd name="connsiteY2" fmla="*/ 8877869 h 8877870"/>
              <a:gd name="connsiteX3" fmla="*/ 2953048 w 6579675"/>
              <a:gd name="connsiteY3" fmla="*/ 8877869 h 8877870"/>
              <a:gd name="connsiteX4" fmla="*/ 6577994 w 6579675"/>
              <a:gd name="connsiteY4" fmla="*/ 0 h 8877870"/>
              <a:gd name="connsiteX5" fmla="*/ 6577994 w 6579675"/>
              <a:gd name="connsiteY5" fmla="*/ 947099 h 8877870"/>
              <a:gd name="connsiteX6" fmla="*/ 1269465 w 6579675"/>
              <a:gd name="connsiteY6" fmla="*/ 5724773 h 8877870"/>
              <a:gd name="connsiteX7" fmla="*/ 753789 w 6579675"/>
              <a:gd name="connsiteY7" fmla="*/ 6582558 h 8877870"/>
              <a:gd name="connsiteX8" fmla="*/ 797597 w 6579675"/>
              <a:gd name="connsiteY8" fmla="*/ 7560000 h 8877870"/>
              <a:gd name="connsiteX9" fmla="*/ 935796 w 6579675"/>
              <a:gd name="connsiteY9" fmla="*/ 7859983 h 8877870"/>
              <a:gd name="connsiteX10" fmla="*/ 6579675 w 6579675"/>
              <a:gd name="connsiteY10" fmla="*/ 2780645 h 8877870"/>
              <a:gd name="connsiteX11" fmla="*/ 6579675 w 6579675"/>
              <a:gd name="connsiteY11" fmla="*/ 3726081 h 8877870"/>
              <a:gd name="connsiteX12" fmla="*/ 858266 w 6579675"/>
              <a:gd name="connsiteY12" fmla="*/ 8877870 h 8877870"/>
              <a:gd name="connsiteX13" fmla="*/ 622331 w 6579675"/>
              <a:gd name="connsiteY13" fmla="*/ 8616653 h 8877870"/>
              <a:gd name="connsiteX14" fmla="*/ 24083 w 6579675"/>
              <a:gd name="connsiteY14" fmla="*/ 7335867 h 8877870"/>
              <a:gd name="connsiteX15" fmla="*/ 227993 w 6579675"/>
              <a:gd name="connsiteY15" fmla="*/ 5974189 h 8877870"/>
              <a:gd name="connsiteX16" fmla="*/ 800976 w 6579675"/>
              <a:gd name="connsiteY16" fmla="*/ 5202356 h 887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9675" h="8877870">
                <a:moveTo>
                  <a:pt x="6577995" y="5613554"/>
                </a:moveTo>
                <a:lnTo>
                  <a:pt x="6525766" y="6607840"/>
                </a:lnTo>
                <a:lnTo>
                  <a:pt x="4004640" y="8877869"/>
                </a:lnTo>
                <a:lnTo>
                  <a:pt x="2953048" y="8877869"/>
                </a:lnTo>
                <a:close/>
                <a:moveTo>
                  <a:pt x="6577994" y="0"/>
                </a:moveTo>
                <a:lnTo>
                  <a:pt x="6577994" y="947099"/>
                </a:lnTo>
                <a:lnTo>
                  <a:pt x="1269465" y="5724773"/>
                </a:lnTo>
                <a:cubicBezTo>
                  <a:pt x="1004886" y="5962388"/>
                  <a:pt x="833000" y="6262370"/>
                  <a:pt x="753789" y="6582558"/>
                </a:cubicBezTo>
                <a:cubicBezTo>
                  <a:pt x="674578" y="6904444"/>
                  <a:pt x="688060" y="7244873"/>
                  <a:pt x="797597" y="7560000"/>
                </a:cubicBezTo>
                <a:cubicBezTo>
                  <a:pt x="833000" y="7662813"/>
                  <a:pt x="880187" y="7763928"/>
                  <a:pt x="935796" y="7859983"/>
                </a:cubicBezTo>
                <a:lnTo>
                  <a:pt x="6579675" y="2780645"/>
                </a:lnTo>
                <a:lnTo>
                  <a:pt x="6579675" y="3726081"/>
                </a:lnTo>
                <a:lnTo>
                  <a:pt x="858266" y="8877870"/>
                </a:lnTo>
                <a:lnTo>
                  <a:pt x="622331" y="8616653"/>
                </a:lnTo>
                <a:cubicBezTo>
                  <a:pt x="286981" y="8245899"/>
                  <a:pt x="88113" y="7795935"/>
                  <a:pt x="24083" y="7335867"/>
                </a:cubicBezTo>
                <a:cubicBezTo>
                  <a:pt x="-41646" y="6875800"/>
                  <a:pt x="27445" y="6402250"/>
                  <a:pt x="227993" y="5974189"/>
                </a:cubicBezTo>
                <a:cubicBezTo>
                  <a:pt x="361132" y="5689387"/>
                  <a:pt x="553241" y="5424808"/>
                  <a:pt x="800976" y="5202356"/>
                </a:cubicBezTo>
                <a:close/>
              </a:path>
            </a:pathLst>
          </a:custGeom>
          <a:gradFill flip="none" rotWithShape="1">
            <a:gsLst>
              <a:gs pos="6000">
                <a:srgbClr val="6C00A2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  <a:tileRect/>
          </a:gradFill>
          <a:ln w="9525" cap="rnd">
            <a:noFill/>
            <a:prstDash val="solid"/>
            <a:round/>
          </a:ln>
          <a:effectLst>
            <a:glow rad="25400">
              <a:schemeClr val="bg2">
                <a:alpha val="7000"/>
              </a:schemeClr>
            </a:glow>
            <a:innerShdw blurRad="635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ru-RU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reflection stA="0" endPos="65000" dist="50800" dir="5400000" sy="-100000" algn="bl" rotWithShape="0"/>
              </a:effectLst>
            </a:endParaRP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06DA3AA-7E3C-4241-B05D-60CB910C55A8}"/>
              </a:ext>
            </a:extLst>
          </p:cNvPr>
          <p:cNvSpPr/>
          <p:nvPr userDrawn="1"/>
        </p:nvSpPr>
        <p:spPr>
          <a:xfrm>
            <a:off x="6786401" y="-1412562"/>
            <a:ext cx="6579675" cy="8877870"/>
          </a:xfrm>
          <a:custGeom>
            <a:avLst/>
            <a:gdLst>
              <a:gd name="connsiteX0" fmla="*/ 6577995 w 6579675"/>
              <a:gd name="connsiteY0" fmla="*/ 5613554 h 8877870"/>
              <a:gd name="connsiteX1" fmla="*/ 6525766 w 6579675"/>
              <a:gd name="connsiteY1" fmla="*/ 6607840 h 8877870"/>
              <a:gd name="connsiteX2" fmla="*/ 4004640 w 6579675"/>
              <a:gd name="connsiteY2" fmla="*/ 8877869 h 8877870"/>
              <a:gd name="connsiteX3" fmla="*/ 2953048 w 6579675"/>
              <a:gd name="connsiteY3" fmla="*/ 8877869 h 8877870"/>
              <a:gd name="connsiteX4" fmla="*/ 6577994 w 6579675"/>
              <a:gd name="connsiteY4" fmla="*/ 0 h 8877870"/>
              <a:gd name="connsiteX5" fmla="*/ 6577994 w 6579675"/>
              <a:gd name="connsiteY5" fmla="*/ 947099 h 8877870"/>
              <a:gd name="connsiteX6" fmla="*/ 1269465 w 6579675"/>
              <a:gd name="connsiteY6" fmla="*/ 5724773 h 8877870"/>
              <a:gd name="connsiteX7" fmla="*/ 753789 w 6579675"/>
              <a:gd name="connsiteY7" fmla="*/ 6582558 h 8877870"/>
              <a:gd name="connsiteX8" fmla="*/ 797597 w 6579675"/>
              <a:gd name="connsiteY8" fmla="*/ 7560000 h 8877870"/>
              <a:gd name="connsiteX9" fmla="*/ 935796 w 6579675"/>
              <a:gd name="connsiteY9" fmla="*/ 7859983 h 8877870"/>
              <a:gd name="connsiteX10" fmla="*/ 6579675 w 6579675"/>
              <a:gd name="connsiteY10" fmla="*/ 2780645 h 8877870"/>
              <a:gd name="connsiteX11" fmla="*/ 6579675 w 6579675"/>
              <a:gd name="connsiteY11" fmla="*/ 3726081 h 8877870"/>
              <a:gd name="connsiteX12" fmla="*/ 858266 w 6579675"/>
              <a:gd name="connsiteY12" fmla="*/ 8877870 h 8877870"/>
              <a:gd name="connsiteX13" fmla="*/ 622331 w 6579675"/>
              <a:gd name="connsiteY13" fmla="*/ 8616653 h 8877870"/>
              <a:gd name="connsiteX14" fmla="*/ 24083 w 6579675"/>
              <a:gd name="connsiteY14" fmla="*/ 7335867 h 8877870"/>
              <a:gd name="connsiteX15" fmla="*/ 227993 w 6579675"/>
              <a:gd name="connsiteY15" fmla="*/ 5974189 h 8877870"/>
              <a:gd name="connsiteX16" fmla="*/ 800976 w 6579675"/>
              <a:gd name="connsiteY16" fmla="*/ 5202356 h 887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9675" h="8877870">
                <a:moveTo>
                  <a:pt x="6577995" y="5613554"/>
                </a:moveTo>
                <a:lnTo>
                  <a:pt x="6525766" y="6607840"/>
                </a:lnTo>
                <a:lnTo>
                  <a:pt x="4004640" y="8877869"/>
                </a:lnTo>
                <a:lnTo>
                  <a:pt x="2953048" y="8877869"/>
                </a:lnTo>
                <a:close/>
                <a:moveTo>
                  <a:pt x="6577994" y="0"/>
                </a:moveTo>
                <a:lnTo>
                  <a:pt x="6577994" y="947099"/>
                </a:lnTo>
                <a:lnTo>
                  <a:pt x="1269465" y="5724773"/>
                </a:lnTo>
                <a:cubicBezTo>
                  <a:pt x="1004886" y="5962388"/>
                  <a:pt x="833000" y="6262370"/>
                  <a:pt x="753789" y="6582558"/>
                </a:cubicBezTo>
                <a:cubicBezTo>
                  <a:pt x="674578" y="6904444"/>
                  <a:pt x="688060" y="7244873"/>
                  <a:pt x="797597" y="7560000"/>
                </a:cubicBezTo>
                <a:cubicBezTo>
                  <a:pt x="833000" y="7662813"/>
                  <a:pt x="880187" y="7763928"/>
                  <a:pt x="935796" y="7859983"/>
                </a:cubicBezTo>
                <a:lnTo>
                  <a:pt x="6579675" y="2780645"/>
                </a:lnTo>
                <a:lnTo>
                  <a:pt x="6579675" y="3726081"/>
                </a:lnTo>
                <a:lnTo>
                  <a:pt x="858266" y="8877870"/>
                </a:lnTo>
                <a:lnTo>
                  <a:pt x="622331" y="8616653"/>
                </a:lnTo>
                <a:cubicBezTo>
                  <a:pt x="286981" y="8245899"/>
                  <a:pt x="88113" y="7795935"/>
                  <a:pt x="24083" y="7335867"/>
                </a:cubicBezTo>
                <a:cubicBezTo>
                  <a:pt x="-41646" y="6875800"/>
                  <a:pt x="27445" y="6402250"/>
                  <a:pt x="227993" y="5974189"/>
                </a:cubicBezTo>
                <a:cubicBezTo>
                  <a:pt x="361132" y="5689387"/>
                  <a:pt x="553241" y="5424808"/>
                  <a:pt x="800976" y="5202356"/>
                </a:cubicBezTo>
                <a:close/>
              </a:path>
            </a:pathLst>
          </a:custGeom>
          <a:noFill/>
          <a:ln w="9525" cap="rnd">
            <a:solidFill>
              <a:schemeClr val="bg1">
                <a:alpha val="43000"/>
              </a:schemeClr>
            </a:solidFill>
            <a:prstDash val="sysDot"/>
            <a:round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ru-RU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reflection stA="0" endPos="65000" dist="50800" dir="5400000" sy="-100000" algn="bl" rotWithShape="0"/>
              </a:effectLst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648484-806B-40EF-AD10-4894C3DB0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93595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85F67F-95EF-4EDE-933D-32E08FD943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5938" y="3235605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41F1C28-098A-436F-A9BE-649DEAE9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938" y="4047694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59200424-72E5-4E3F-AC5F-78EEB38FB9B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15938" y="5753101"/>
            <a:ext cx="2255028" cy="514350"/>
            <a:chOff x="6588" y="108"/>
            <a:chExt cx="890" cy="203"/>
          </a:xfrm>
        </p:grpSpPr>
        <p:sp>
          <p:nvSpPr>
            <p:cNvPr id="8" name="AutoShape 25">
              <a:extLst>
                <a:ext uri="{FF2B5EF4-FFF2-40B4-BE49-F238E27FC236}">
                  <a16:creationId xmlns:a16="http://schemas.microsoft.com/office/drawing/2014/main" id="{DCEE7FD7-DCEE-413C-AC93-26CC5AF443E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925386BE-4D3E-49EC-B5ED-03BE5FE5CB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5878FBF5-A1DC-42A0-A704-117B66142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9EC1F120-96A3-4181-9C28-2A9695B0CE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AA4BD921-7E6A-4D05-9D62-9010E5DE7E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9FEF56E3-619A-40A0-B6AE-B19A0ED272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0AD7A21-C897-438E-BFDD-31204BC561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89949548-2932-422C-BF69-0882F2C58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B3316DBC-318D-4A65-9AA3-776ECC64E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95025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1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8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>
            <a:extLst>
              <a:ext uri="{FF2B5EF4-FFF2-40B4-BE49-F238E27FC236}">
                <a16:creationId xmlns:a16="http://schemas.microsoft.com/office/drawing/2014/main" id="{001F0082-5B08-4A8C-A263-1296E2A6DF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6273" y="16721"/>
            <a:ext cx="9577789" cy="6841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93595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61DEC2-FF0B-5B18-F5F3-2DC5888BD45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5938" y="3235605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938" y="4047694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grpSp>
        <p:nvGrpSpPr>
          <p:cNvPr id="9" name="Group 26">
            <a:extLst>
              <a:ext uri="{FF2B5EF4-FFF2-40B4-BE49-F238E27FC236}">
                <a16:creationId xmlns:a16="http://schemas.microsoft.com/office/drawing/2014/main" id="{115DC5ED-DDF0-4AA8-826A-314435987FD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15938" y="5753101"/>
            <a:ext cx="2255028" cy="514350"/>
            <a:chOff x="6588" y="108"/>
            <a:chExt cx="890" cy="203"/>
          </a:xfrm>
        </p:grpSpPr>
        <p:sp>
          <p:nvSpPr>
            <p:cNvPr id="11" name="AutoShape 25">
              <a:extLst>
                <a:ext uri="{FF2B5EF4-FFF2-40B4-BE49-F238E27FC236}">
                  <a16:creationId xmlns:a16="http://schemas.microsoft.com/office/drawing/2014/main" id="{01CF4C16-2612-4260-A65C-8E937ABEC1E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DECF4A4E-8412-4D28-ABCB-E8B568042F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99A1826E-D3ED-498F-8CFC-4932C41B8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29">
              <a:extLst>
                <a:ext uri="{FF2B5EF4-FFF2-40B4-BE49-F238E27FC236}">
                  <a16:creationId xmlns:a16="http://schemas.microsoft.com/office/drawing/2014/main" id="{D31DAF75-8EA4-4399-878C-4250E676C1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73FCA52F-F340-4A78-9BDD-6DE7433DEF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B738C89F-DDD2-489C-811E-C1295583C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8B0191D6-D928-44B4-BDBF-7114FD54A5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33">
              <a:extLst>
                <a:ext uri="{FF2B5EF4-FFF2-40B4-BE49-F238E27FC236}">
                  <a16:creationId xmlns:a16="http://schemas.microsoft.com/office/drawing/2014/main" id="{A30F0500-3C5D-45F1-8B0A-DBCDBD80D9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Freeform 34">
              <a:extLst>
                <a:ext uri="{FF2B5EF4-FFF2-40B4-BE49-F238E27FC236}">
                  <a16:creationId xmlns:a16="http://schemas.microsoft.com/office/drawing/2014/main" id="{19671FAF-A30C-4426-8A01-50CA862C8F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08811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pp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A9646F4-281B-45EE-B58B-E77DC550148C}"/>
              </a:ext>
            </a:extLst>
          </p:cNvPr>
          <p:cNvGrpSpPr/>
          <p:nvPr userDrawn="1"/>
        </p:nvGrpSpPr>
        <p:grpSpPr>
          <a:xfrm>
            <a:off x="0" y="-1"/>
            <a:ext cx="12206305" cy="6867593"/>
            <a:chOff x="0" y="-1"/>
            <a:chExt cx="12206305" cy="6867593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7DAC9A87-75DD-44F4-83F1-3F28E279CA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1"/>
              <a:ext cx="12192017" cy="685806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6CBEE2-77B7-4682-8AA1-6959CC41CA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1"/>
              <a:ext cx="12206305" cy="6867593"/>
            </a:xfrm>
            <a:custGeom>
              <a:avLst/>
              <a:gdLst>
                <a:gd name="T0" fmla="*/ 0 w 12800"/>
                <a:gd name="T1" fmla="*/ 7199 h 7199"/>
                <a:gd name="T2" fmla="*/ 0 w 12800"/>
                <a:gd name="T3" fmla="*/ 7199 h 7199"/>
                <a:gd name="T4" fmla="*/ 12800 w 12800"/>
                <a:gd name="T5" fmla="*/ 7199 h 7199"/>
                <a:gd name="T6" fmla="*/ 12800 w 12800"/>
                <a:gd name="T7" fmla="*/ 0 h 7199"/>
                <a:gd name="T8" fmla="*/ 0 w 12800"/>
                <a:gd name="T9" fmla="*/ 0 h 7199"/>
                <a:gd name="T10" fmla="*/ 0 w 12800"/>
                <a:gd name="T11" fmla="*/ 7199 h 7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00" h="7199">
                  <a:moveTo>
                    <a:pt x="0" y="7199"/>
                  </a:moveTo>
                  <a:lnTo>
                    <a:pt x="0" y="7199"/>
                  </a:lnTo>
                  <a:lnTo>
                    <a:pt x="12800" y="7199"/>
                  </a:lnTo>
                  <a:lnTo>
                    <a:pt x="12800" y="0"/>
                  </a:lnTo>
                  <a:lnTo>
                    <a:pt x="0" y="0"/>
                  </a:lnTo>
                  <a:lnTo>
                    <a:pt x="0" y="71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159E346-233C-405F-AADF-3F2D59B8D8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20024" y="522292"/>
              <a:ext cx="669926" cy="688982"/>
            </a:xfrm>
            <a:custGeom>
              <a:avLst/>
              <a:gdLst>
                <a:gd name="T0" fmla="*/ 703 w 703"/>
                <a:gd name="T1" fmla="*/ 723 h 723"/>
                <a:gd name="T2" fmla="*/ 703 w 703"/>
                <a:gd name="T3" fmla="*/ 723 h 723"/>
                <a:gd name="T4" fmla="*/ 0 w 703"/>
                <a:gd name="T5" fmla="*/ 723 h 723"/>
                <a:gd name="T6" fmla="*/ 0 w 703"/>
                <a:gd name="T7" fmla="*/ 0 h 723"/>
                <a:gd name="T8" fmla="*/ 703 w 703"/>
                <a:gd name="T9" fmla="*/ 0 h 723"/>
                <a:gd name="T10" fmla="*/ 703 w 703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3" h="723">
                  <a:moveTo>
                    <a:pt x="703" y="723"/>
                  </a:moveTo>
                  <a:lnTo>
                    <a:pt x="703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3" y="0"/>
                  </a:lnTo>
                  <a:lnTo>
                    <a:pt x="703" y="723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ECA8188-4F4D-4432-BB58-0B4CDC6E1A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23237" y="760419"/>
              <a:ext cx="60325" cy="328616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5316F25-8AC7-4CE4-B0FF-D945D46CB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299" y="835032"/>
              <a:ext cx="247650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6 w 259"/>
                <a:gd name="T5" fmla="*/ 12 h 266"/>
                <a:gd name="T6" fmla="*/ 150 w 259"/>
                <a:gd name="T7" fmla="*/ 0 h 266"/>
                <a:gd name="T8" fmla="*/ 89 w 259"/>
                <a:gd name="T9" fmla="*/ 14 h 266"/>
                <a:gd name="T10" fmla="*/ 59 w 259"/>
                <a:gd name="T11" fmla="*/ 38 h 266"/>
                <a:gd name="T12" fmla="*/ 59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2 w 259"/>
                <a:gd name="T19" fmla="*/ 266 h 266"/>
                <a:gd name="T20" fmla="*/ 62 w 259"/>
                <a:gd name="T21" fmla="*/ 133 h 266"/>
                <a:gd name="T22" fmla="*/ 71 w 259"/>
                <a:gd name="T23" fmla="*/ 89 h 266"/>
                <a:gd name="T24" fmla="*/ 97 w 259"/>
                <a:gd name="T25" fmla="*/ 63 h 266"/>
                <a:gd name="T26" fmla="*/ 135 w 259"/>
                <a:gd name="T27" fmla="*/ 54 h 266"/>
                <a:gd name="T28" fmla="*/ 181 w 259"/>
                <a:gd name="T29" fmla="*/ 71 h 266"/>
                <a:gd name="T30" fmla="*/ 198 w 259"/>
                <a:gd name="T31" fmla="*/ 123 h 266"/>
                <a:gd name="T32" fmla="*/ 198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6" y="33"/>
                    <a:pt x="223" y="21"/>
                    <a:pt x="206" y="12"/>
                  </a:cubicBezTo>
                  <a:cubicBezTo>
                    <a:pt x="189" y="4"/>
                    <a:pt x="171" y="0"/>
                    <a:pt x="150" y="0"/>
                  </a:cubicBezTo>
                  <a:cubicBezTo>
                    <a:pt x="127" y="0"/>
                    <a:pt x="106" y="5"/>
                    <a:pt x="89" y="14"/>
                  </a:cubicBezTo>
                  <a:cubicBezTo>
                    <a:pt x="77" y="20"/>
                    <a:pt x="67" y="28"/>
                    <a:pt x="59" y="38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1"/>
                    <a:pt x="71" y="89"/>
                  </a:cubicBezTo>
                  <a:cubicBezTo>
                    <a:pt x="77" y="77"/>
                    <a:pt x="86" y="69"/>
                    <a:pt x="97" y="63"/>
                  </a:cubicBezTo>
                  <a:cubicBezTo>
                    <a:pt x="108" y="57"/>
                    <a:pt x="121" y="54"/>
                    <a:pt x="135" y="54"/>
                  </a:cubicBezTo>
                  <a:cubicBezTo>
                    <a:pt x="155" y="54"/>
                    <a:pt x="170" y="60"/>
                    <a:pt x="181" y="71"/>
                  </a:cubicBezTo>
                  <a:cubicBezTo>
                    <a:pt x="192" y="83"/>
                    <a:pt x="198" y="100"/>
                    <a:pt x="198" y="123"/>
                  </a:cubicBezTo>
                  <a:lnTo>
                    <a:pt x="198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9"/>
                    <a:pt x="255" y="67"/>
                    <a:pt x="245" y="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691E1DE-2A9E-482A-A0EC-F0599C44C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12175" y="782644"/>
              <a:ext cx="184150" cy="311153"/>
            </a:xfrm>
            <a:custGeom>
              <a:avLst/>
              <a:gdLst>
                <a:gd name="T0" fmla="*/ 141 w 193"/>
                <a:gd name="T1" fmla="*/ 274 h 325"/>
                <a:gd name="T2" fmla="*/ 141 w 193"/>
                <a:gd name="T3" fmla="*/ 274 h 325"/>
                <a:gd name="T4" fmla="*/ 114 w 193"/>
                <a:gd name="T5" fmla="*/ 263 h 325"/>
                <a:gd name="T6" fmla="*/ 105 w 193"/>
                <a:gd name="T7" fmla="*/ 234 h 325"/>
                <a:gd name="T8" fmla="*/ 105 w 193"/>
                <a:gd name="T9" fmla="*/ 109 h 325"/>
                <a:gd name="T10" fmla="*/ 175 w 193"/>
                <a:gd name="T11" fmla="*/ 109 h 325"/>
                <a:gd name="T12" fmla="*/ 175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3 w 193"/>
                <a:gd name="T19" fmla="*/ 0 h 325"/>
                <a:gd name="T20" fmla="*/ 43 w 193"/>
                <a:gd name="T21" fmla="*/ 60 h 325"/>
                <a:gd name="T22" fmla="*/ 0 w 193"/>
                <a:gd name="T23" fmla="*/ 60 h 325"/>
                <a:gd name="T24" fmla="*/ 0 w 193"/>
                <a:gd name="T25" fmla="*/ 109 h 325"/>
                <a:gd name="T26" fmla="*/ 43 w 193"/>
                <a:gd name="T27" fmla="*/ 109 h 325"/>
                <a:gd name="T28" fmla="*/ 43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6 w 193"/>
                <a:gd name="T35" fmla="*/ 320 h 325"/>
                <a:gd name="T36" fmla="*/ 193 w 193"/>
                <a:gd name="T37" fmla="*/ 307 h 325"/>
                <a:gd name="T38" fmla="*/ 175 w 193"/>
                <a:gd name="T39" fmla="*/ 263 h 325"/>
                <a:gd name="T40" fmla="*/ 141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1" y="274"/>
                  </a:moveTo>
                  <a:lnTo>
                    <a:pt x="141" y="274"/>
                  </a:lnTo>
                  <a:cubicBezTo>
                    <a:pt x="130" y="274"/>
                    <a:pt x="121" y="270"/>
                    <a:pt x="114" y="263"/>
                  </a:cubicBezTo>
                  <a:cubicBezTo>
                    <a:pt x="108" y="257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5" y="109"/>
                  </a:lnTo>
                  <a:lnTo>
                    <a:pt x="175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3" y="0"/>
                  </a:lnTo>
                  <a:lnTo>
                    <a:pt x="43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3" y="109"/>
                  </a:lnTo>
                  <a:lnTo>
                    <a:pt x="43" y="236"/>
                  </a:lnTo>
                  <a:cubicBezTo>
                    <a:pt x="43" y="265"/>
                    <a:pt x="51" y="287"/>
                    <a:pt x="67" y="302"/>
                  </a:cubicBezTo>
                  <a:cubicBezTo>
                    <a:pt x="82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6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5" y="263"/>
                  </a:lnTo>
                  <a:cubicBezTo>
                    <a:pt x="166" y="270"/>
                    <a:pt x="155" y="274"/>
                    <a:pt x="141" y="2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F06F7A8A-9FE4-4BA6-8029-F566B8BF8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601087" y="835032"/>
              <a:ext cx="257175" cy="258765"/>
            </a:xfrm>
            <a:custGeom>
              <a:avLst/>
              <a:gdLst>
                <a:gd name="T0" fmla="*/ 70 w 269"/>
                <a:gd name="T1" fmla="*/ 87 h 270"/>
                <a:gd name="T2" fmla="*/ 70 w 269"/>
                <a:gd name="T3" fmla="*/ 87 h 270"/>
                <a:gd name="T4" fmla="*/ 96 w 269"/>
                <a:gd name="T5" fmla="*/ 59 h 270"/>
                <a:gd name="T6" fmla="*/ 136 w 269"/>
                <a:gd name="T7" fmla="*/ 49 h 270"/>
                <a:gd name="T8" fmla="*/ 175 w 269"/>
                <a:gd name="T9" fmla="*/ 59 h 270"/>
                <a:gd name="T10" fmla="*/ 202 w 269"/>
                <a:gd name="T11" fmla="*/ 86 h 270"/>
                <a:gd name="T12" fmla="*/ 211 w 269"/>
                <a:gd name="T13" fmla="*/ 113 h 270"/>
                <a:gd name="T14" fmla="*/ 62 w 269"/>
                <a:gd name="T15" fmla="*/ 113 h 270"/>
                <a:gd name="T16" fmla="*/ 70 w 269"/>
                <a:gd name="T17" fmla="*/ 87 h 270"/>
                <a:gd name="T18" fmla="*/ 205 w 269"/>
                <a:gd name="T19" fmla="*/ 17 h 270"/>
                <a:gd name="T20" fmla="*/ 205 w 269"/>
                <a:gd name="T21" fmla="*/ 17 h 270"/>
                <a:gd name="T22" fmla="*/ 136 w 269"/>
                <a:gd name="T23" fmla="*/ 0 h 270"/>
                <a:gd name="T24" fmla="*/ 66 w 269"/>
                <a:gd name="T25" fmla="*/ 17 h 270"/>
                <a:gd name="T26" fmla="*/ 18 w 269"/>
                <a:gd name="T27" fmla="*/ 65 h 270"/>
                <a:gd name="T28" fmla="*/ 0 w 269"/>
                <a:gd name="T29" fmla="*/ 135 h 270"/>
                <a:gd name="T30" fmla="*/ 18 w 269"/>
                <a:gd name="T31" fmla="*/ 204 h 270"/>
                <a:gd name="T32" fmla="*/ 69 w 269"/>
                <a:gd name="T33" fmla="*/ 252 h 270"/>
                <a:gd name="T34" fmla="*/ 145 w 269"/>
                <a:gd name="T35" fmla="*/ 270 h 270"/>
                <a:gd name="T36" fmla="*/ 207 w 269"/>
                <a:gd name="T37" fmla="*/ 258 h 270"/>
                <a:gd name="T38" fmla="*/ 251 w 269"/>
                <a:gd name="T39" fmla="*/ 227 h 270"/>
                <a:gd name="T40" fmla="*/ 218 w 269"/>
                <a:gd name="T41" fmla="*/ 189 h 270"/>
                <a:gd name="T42" fmla="*/ 187 w 269"/>
                <a:gd name="T43" fmla="*/ 210 h 270"/>
                <a:gd name="T44" fmla="*/ 147 w 269"/>
                <a:gd name="T45" fmla="*/ 217 h 270"/>
                <a:gd name="T46" fmla="*/ 102 w 269"/>
                <a:gd name="T47" fmla="*/ 208 h 270"/>
                <a:gd name="T48" fmla="*/ 71 w 269"/>
                <a:gd name="T49" fmla="*/ 179 h 270"/>
                <a:gd name="T50" fmla="*/ 62 w 269"/>
                <a:gd name="T51" fmla="*/ 154 h 270"/>
                <a:gd name="T52" fmla="*/ 268 w 269"/>
                <a:gd name="T53" fmla="*/ 154 h 270"/>
                <a:gd name="T54" fmla="*/ 269 w 269"/>
                <a:gd name="T55" fmla="*/ 145 h 270"/>
                <a:gd name="T56" fmla="*/ 269 w 269"/>
                <a:gd name="T57" fmla="*/ 136 h 270"/>
                <a:gd name="T58" fmla="*/ 252 w 269"/>
                <a:gd name="T59" fmla="*/ 64 h 270"/>
                <a:gd name="T60" fmla="*/ 205 w 269"/>
                <a:gd name="T61" fmla="*/ 1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70" y="87"/>
                  </a:moveTo>
                  <a:lnTo>
                    <a:pt x="70" y="87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8" y="53"/>
                    <a:pt x="121" y="49"/>
                    <a:pt x="136" y="49"/>
                  </a:cubicBezTo>
                  <a:cubicBezTo>
                    <a:pt x="151" y="49"/>
                    <a:pt x="164" y="53"/>
                    <a:pt x="175" y="59"/>
                  </a:cubicBezTo>
                  <a:cubicBezTo>
                    <a:pt x="187" y="66"/>
                    <a:pt x="196" y="75"/>
                    <a:pt x="202" y="86"/>
                  </a:cubicBezTo>
                  <a:cubicBezTo>
                    <a:pt x="207" y="94"/>
                    <a:pt x="210" y="104"/>
                    <a:pt x="211" y="113"/>
                  </a:cubicBezTo>
                  <a:lnTo>
                    <a:pt x="62" y="113"/>
                  </a:lnTo>
                  <a:cubicBezTo>
                    <a:pt x="63" y="104"/>
                    <a:pt x="66" y="94"/>
                    <a:pt x="70" y="87"/>
                  </a:cubicBezTo>
                  <a:close/>
                  <a:moveTo>
                    <a:pt x="205" y="17"/>
                  </a:moveTo>
                  <a:lnTo>
                    <a:pt x="205" y="17"/>
                  </a:lnTo>
                  <a:cubicBezTo>
                    <a:pt x="185" y="6"/>
                    <a:pt x="162" y="0"/>
                    <a:pt x="136" y="0"/>
                  </a:cubicBezTo>
                  <a:cubicBezTo>
                    <a:pt x="110" y="0"/>
                    <a:pt x="86" y="6"/>
                    <a:pt x="66" y="17"/>
                  </a:cubicBezTo>
                  <a:cubicBezTo>
                    <a:pt x="45" y="29"/>
                    <a:pt x="29" y="45"/>
                    <a:pt x="18" y="65"/>
                  </a:cubicBezTo>
                  <a:cubicBezTo>
                    <a:pt x="6" y="85"/>
                    <a:pt x="0" y="108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1" y="264"/>
                    <a:pt x="116" y="270"/>
                    <a:pt x="145" y="270"/>
                  </a:cubicBezTo>
                  <a:cubicBezTo>
                    <a:pt x="168" y="270"/>
                    <a:pt x="189" y="266"/>
                    <a:pt x="207" y="258"/>
                  </a:cubicBezTo>
                  <a:cubicBezTo>
                    <a:pt x="225" y="251"/>
                    <a:pt x="240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9" y="206"/>
                    <a:pt x="187" y="210"/>
                  </a:cubicBezTo>
                  <a:cubicBezTo>
                    <a:pt x="175" y="215"/>
                    <a:pt x="162" y="217"/>
                    <a:pt x="147" y="217"/>
                  </a:cubicBezTo>
                  <a:cubicBezTo>
                    <a:pt x="130" y="217"/>
                    <a:pt x="115" y="214"/>
                    <a:pt x="102" y="208"/>
                  </a:cubicBezTo>
                  <a:cubicBezTo>
                    <a:pt x="88" y="201"/>
                    <a:pt x="78" y="192"/>
                    <a:pt x="71" y="179"/>
                  </a:cubicBezTo>
                  <a:cubicBezTo>
                    <a:pt x="67" y="172"/>
                    <a:pt x="64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9" y="148"/>
                    <a:pt x="269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8"/>
                    <a:pt x="263" y="85"/>
                    <a:pt x="252" y="64"/>
                  </a:cubicBezTo>
                  <a:cubicBezTo>
                    <a:pt x="240" y="44"/>
                    <a:pt x="225" y="28"/>
                    <a:pt x="205" y="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191344D1-1A5F-4F6F-812C-A8AD8E491E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99538" y="747719"/>
              <a:ext cx="60325" cy="349253"/>
            </a:xfrm>
            <a:custGeom>
              <a:avLst/>
              <a:gdLst>
                <a:gd name="T0" fmla="*/ 0 w 62"/>
                <a:gd name="T1" fmla="*/ 366 h 366"/>
                <a:gd name="T2" fmla="*/ 0 w 62"/>
                <a:gd name="T3" fmla="*/ 366 h 366"/>
                <a:gd name="T4" fmla="*/ 62 w 62"/>
                <a:gd name="T5" fmla="*/ 366 h 366"/>
                <a:gd name="T6" fmla="*/ 62 w 62"/>
                <a:gd name="T7" fmla="*/ 0 h 366"/>
                <a:gd name="T8" fmla="*/ 0 w 62"/>
                <a:gd name="T9" fmla="*/ 0 h 366"/>
                <a:gd name="T10" fmla="*/ 0 w 62"/>
                <a:gd name="T11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366">
                  <a:moveTo>
                    <a:pt x="0" y="366"/>
                  </a:moveTo>
                  <a:lnTo>
                    <a:pt x="0" y="366"/>
                  </a:lnTo>
                  <a:lnTo>
                    <a:pt x="62" y="366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2FDA0BF4-C1BD-4C32-9FB2-6699A88EE9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21775" y="747719"/>
              <a:ext cx="58738" cy="349253"/>
            </a:xfrm>
            <a:custGeom>
              <a:avLst/>
              <a:gdLst>
                <a:gd name="T0" fmla="*/ 0 w 61"/>
                <a:gd name="T1" fmla="*/ 366 h 366"/>
                <a:gd name="T2" fmla="*/ 0 w 61"/>
                <a:gd name="T3" fmla="*/ 366 h 366"/>
                <a:gd name="T4" fmla="*/ 61 w 61"/>
                <a:gd name="T5" fmla="*/ 366 h 366"/>
                <a:gd name="T6" fmla="*/ 61 w 61"/>
                <a:gd name="T7" fmla="*/ 0 h 366"/>
                <a:gd name="T8" fmla="*/ 0 w 61"/>
                <a:gd name="T9" fmla="*/ 0 h 366"/>
                <a:gd name="T10" fmla="*/ 0 w 61"/>
                <a:gd name="T11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66">
                  <a:moveTo>
                    <a:pt x="0" y="366"/>
                  </a:moveTo>
                  <a:lnTo>
                    <a:pt x="0" y="366"/>
                  </a:lnTo>
                  <a:lnTo>
                    <a:pt x="61" y="366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32A4E732-943D-4D3A-AF55-7CA948C5CC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36076" y="733431"/>
              <a:ext cx="74613" cy="71438"/>
            </a:xfrm>
            <a:custGeom>
              <a:avLst/>
              <a:gdLst>
                <a:gd name="T0" fmla="*/ 40 w 79"/>
                <a:gd name="T1" fmla="*/ 0 h 74"/>
                <a:gd name="T2" fmla="*/ 40 w 79"/>
                <a:gd name="T3" fmla="*/ 0 h 74"/>
                <a:gd name="T4" fmla="*/ 11 w 79"/>
                <a:gd name="T5" fmla="*/ 11 h 74"/>
                <a:gd name="T6" fmla="*/ 0 w 79"/>
                <a:gd name="T7" fmla="*/ 37 h 74"/>
                <a:gd name="T8" fmla="*/ 11 w 79"/>
                <a:gd name="T9" fmla="*/ 64 h 74"/>
                <a:gd name="T10" fmla="*/ 40 w 79"/>
                <a:gd name="T11" fmla="*/ 74 h 74"/>
                <a:gd name="T12" fmla="*/ 68 w 79"/>
                <a:gd name="T13" fmla="*/ 63 h 74"/>
                <a:gd name="T14" fmla="*/ 79 w 79"/>
                <a:gd name="T15" fmla="*/ 36 h 74"/>
                <a:gd name="T16" fmla="*/ 68 w 79"/>
                <a:gd name="T17" fmla="*/ 11 h 74"/>
                <a:gd name="T18" fmla="*/ 40 w 79"/>
                <a:gd name="T1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4">
                  <a:moveTo>
                    <a:pt x="40" y="0"/>
                  </a:moveTo>
                  <a:lnTo>
                    <a:pt x="40" y="0"/>
                  </a:lnTo>
                  <a:cubicBezTo>
                    <a:pt x="28" y="0"/>
                    <a:pt x="19" y="4"/>
                    <a:pt x="11" y="11"/>
                  </a:cubicBezTo>
                  <a:cubicBezTo>
                    <a:pt x="4" y="18"/>
                    <a:pt x="0" y="27"/>
                    <a:pt x="0" y="37"/>
                  </a:cubicBezTo>
                  <a:cubicBezTo>
                    <a:pt x="0" y="48"/>
                    <a:pt x="4" y="56"/>
                    <a:pt x="11" y="64"/>
                  </a:cubicBezTo>
                  <a:cubicBezTo>
                    <a:pt x="19" y="71"/>
                    <a:pt x="28" y="74"/>
                    <a:pt x="40" y="74"/>
                  </a:cubicBezTo>
                  <a:cubicBezTo>
                    <a:pt x="51" y="74"/>
                    <a:pt x="61" y="71"/>
                    <a:pt x="68" y="63"/>
                  </a:cubicBezTo>
                  <a:cubicBezTo>
                    <a:pt x="75" y="56"/>
                    <a:pt x="79" y="47"/>
                    <a:pt x="79" y="36"/>
                  </a:cubicBezTo>
                  <a:cubicBezTo>
                    <a:pt x="79" y="26"/>
                    <a:pt x="75" y="17"/>
                    <a:pt x="68" y="11"/>
                  </a:cubicBezTo>
                  <a:cubicBezTo>
                    <a:pt x="60" y="4"/>
                    <a:pt x="51" y="0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E212749-ED6B-47C6-93FF-23578915D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44013" y="846145"/>
              <a:ext cx="58738" cy="250827"/>
            </a:xfrm>
            <a:custGeom>
              <a:avLst/>
              <a:gdLst>
                <a:gd name="T0" fmla="*/ 0 w 61"/>
                <a:gd name="T1" fmla="*/ 263 h 263"/>
                <a:gd name="T2" fmla="*/ 0 w 61"/>
                <a:gd name="T3" fmla="*/ 263 h 263"/>
                <a:gd name="T4" fmla="*/ 61 w 61"/>
                <a:gd name="T5" fmla="*/ 263 h 263"/>
                <a:gd name="T6" fmla="*/ 61 w 61"/>
                <a:gd name="T7" fmla="*/ 0 h 263"/>
                <a:gd name="T8" fmla="*/ 0 w 61"/>
                <a:gd name="T9" fmla="*/ 0 h 263"/>
                <a:gd name="T10" fmla="*/ 0 w 61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263">
                  <a:moveTo>
                    <a:pt x="0" y="263"/>
                  </a:moveTo>
                  <a:lnTo>
                    <a:pt x="0" y="263"/>
                  </a:lnTo>
                  <a:lnTo>
                    <a:pt x="61" y="263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26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9F8CE98-C6F3-4B62-8583-1AABC33C54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44026" y="842970"/>
              <a:ext cx="269875" cy="349253"/>
            </a:xfrm>
            <a:custGeom>
              <a:avLst/>
              <a:gdLst>
                <a:gd name="T0" fmla="*/ 212 w 283"/>
                <a:gd name="T1" fmla="*/ 165 h 365"/>
                <a:gd name="T2" fmla="*/ 212 w 283"/>
                <a:gd name="T3" fmla="*/ 165 h 365"/>
                <a:gd name="T4" fmla="*/ 184 w 283"/>
                <a:gd name="T5" fmla="*/ 192 h 365"/>
                <a:gd name="T6" fmla="*/ 143 w 283"/>
                <a:gd name="T7" fmla="*/ 202 h 365"/>
                <a:gd name="T8" fmla="*/ 101 w 283"/>
                <a:gd name="T9" fmla="*/ 192 h 365"/>
                <a:gd name="T10" fmla="*/ 73 w 283"/>
                <a:gd name="T11" fmla="*/ 165 h 365"/>
                <a:gd name="T12" fmla="*/ 62 w 283"/>
                <a:gd name="T13" fmla="*/ 126 h 365"/>
                <a:gd name="T14" fmla="*/ 73 w 283"/>
                <a:gd name="T15" fmla="*/ 87 h 365"/>
                <a:gd name="T16" fmla="*/ 101 w 283"/>
                <a:gd name="T17" fmla="*/ 61 h 365"/>
                <a:gd name="T18" fmla="*/ 143 w 283"/>
                <a:gd name="T19" fmla="*/ 52 h 365"/>
                <a:gd name="T20" fmla="*/ 184 w 283"/>
                <a:gd name="T21" fmla="*/ 61 h 365"/>
                <a:gd name="T22" fmla="*/ 212 w 283"/>
                <a:gd name="T23" fmla="*/ 87 h 365"/>
                <a:gd name="T24" fmla="*/ 223 w 283"/>
                <a:gd name="T25" fmla="*/ 126 h 365"/>
                <a:gd name="T26" fmla="*/ 212 w 283"/>
                <a:gd name="T27" fmla="*/ 165 h 365"/>
                <a:gd name="T28" fmla="*/ 224 w 283"/>
                <a:gd name="T29" fmla="*/ 38 h 365"/>
                <a:gd name="T30" fmla="*/ 224 w 283"/>
                <a:gd name="T31" fmla="*/ 38 h 365"/>
                <a:gd name="T32" fmla="*/ 193 w 283"/>
                <a:gd name="T33" fmla="*/ 13 h 365"/>
                <a:gd name="T34" fmla="*/ 133 w 283"/>
                <a:gd name="T35" fmla="*/ 0 h 365"/>
                <a:gd name="T36" fmla="*/ 66 w 283"/>
                <a:gd name="T37" fmla="*/ 15 h 365"/>
                <a:gd name="T38" fmla="*/ 18 w 283"/>
                <a:gd name="T39" fmla="*/ 60 h 365"/>
                <a:gd name="T40" fmla="*/ 0 w 283"/>
                <a:gd name="T41" fmla="*/ 126 h 365"/>
                <a:gd name="T42" fmla="*/ 18 w 283"/>
                <a:gd name="T43" fmla="*/ 193 h 365"/>
                <a:gd name="T44" fmla="*/ 66 w 283"/>
                <a:gd name="T45" fmla="*/ 238 h 365"/>
                <a:gd name="T46" fmla="*/ 133 w 283"/>
                <a:gd name="T47" fmla="*/ 254 h 365"/>
                <a:gd name="T48" fmla="*/ 193 w 283"/>
                <a:gd name="T49" fmla="*/ 240 h 365"/>
                <a:gd name="T50" fmla="*/ 222 w 283"/>
                <a:gd name="T51" fmla="*/ 218 h 365"/>
                <a:gd name="T52" fmla="*/ 222 w 283"/>
                <a:gd name="T53" fmla="*/ 233 h 365"/>
                <a:gd name="T54" fmla="*/ 201 w 283"/>
                <a:gd name="T55" fmla="*/ 293 h 365"/>
                <a:gd name="T56" fmla="*/ 138 w 283"/>
                <a:gd name="T57" fmla="*/ 312 h 365"/>
                <a:gd name="T58" fmla="*/ 84 w 283"/>
                <a:gd name="T59" fmla="*/ 304 h 365"/>
                <a:gd name="T60" fmla="*/ 41 w 283"/>
                <a:gd name="T61" fmla="*/ 281 h 365"/>
                <a:gd name="T62" fmla="*/ 13 w 283"/>
                <a:gd name="T63" fmla="*/ 327 h 365"/>
                <a:gd name="T64" fmla="*/ 70 w 283"/>
                <a:gd name="T65" fmla="*/ 355 h 365"/>
                <a:gd name="T66" fmla="*/ 141 w 283"/>
                <a:gd name="T67" fmla="*/ 365 h 365"/>
                <a:gd name="T68" fmla="*/ 247 w 283"/>
                <a:gd name="T69" fmla="*/ 331 h 365"/>
                <a:gd name="T70" fmla="*/ 283 w 283"/>
                <a:gd name="T71" fmla="*/ 226 h 365"/>
                <a:gd name="T72" fmla="*/ 283 w 283"/>
                <a:gd name="T73" fmla="*/ 3 h 365"/>
                <a:gd name="T74" fmla="*/ 224 w 283"/>
                <a:gd name="T75" fmla="*/ 3 h 365"/>
                <a:gd name="T76" fmla="*/ 224 w 283"/>
                <a:gd name="T77" fmla="*/ 3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3" h="365">
                  <a:moveTo>
                    <a:pt x="212" y="165"/>
                  </a:moveTo>
                  <a:lnTo>
                    <a:pt x="212" y="165"/>
                  </a:lnTo>
                  <a:cubicBezTo>
                    <a:pt x="206" y="177"/>
                    <a:pt x="196" y="186"/>
                    <a:pt x="184" y="192"/>
                  </a:cubicBezTo>
                  <a:cubicBezTo>
                    <a:pt x="172" y="198"/>
                    <a:pt x="158" y="202"/>
                    <a:pt x="143" y="202"/>
                  </a:cubicBezTo>
                  <a:cubicBezTo>
                    <a:pt x="127" y="202"/>
                    <a:pt x="113" y="198"/>
                    <a:pt x="101" y="192"/>
                  </a:cubicBezTo>
                  <a:cubicBezTo>
                    <a:pt x="89" y="186"/>
                    <a:pt x="79" y="177"/>
                    <a:pt x="73" y="165"/>
                  </a:cubicBezTo>
                  <a:cubicBezTo>
                    <a:pt x="66" y="154"/>
                    <a:pt x="62" y="141"/>
                    <a:pt x="62" y="126"/>
                  </a:cubicBezTo>
                  <a:cubicBezTo>
                    <a:pt x="62" y="112"/>
                    <a:pt x="66" y="98"/>
                    <a:pt x="73" y="87"/>
                  </a:cubicBezTo>
                  <a:cubicBezTo>
                    <a:pt x="79" y="76"/>
                    <a:pt x="89" y="67"/>
                    <a:pt x="101" y="61"/>
                  </a:cubicBezTo>
                  <a:cubicBezTo>
                    <a:pt x="113" y="55"/>
                    <a:pt x="127" y="52"/>
                    <a:pt x="143" y="52"/>
                  </a:cubicBezTo>
                  <a:cubicBezTo>
                    <a:pt x="158" y="52"/>
                    <a:pt x="172" y="55"/>
                    <a:pt x="184" y="61"/>
                  </a:cubicBezTo>
                  <a:cubicBezTo>
                    <a:pt x="196" y="67"/>
                    <a:pt x="206" y="76"/>
                    <a:pt x="212" y="87"/>
                  </a:cubicBezTo>
                  <a:cubicBezTo>
                    <a:pt x="219" y="98"/>
                    <a:pt x="223" y="112"/>
                    <a:pt x="223" y="126"/>
                  </a:cubicBezTo>
                  <a:cubicBezTo>
                    <a:pt x="223" y="141"/>
                    <a:pt x="219" y="154"/>
                    <a:pt x="212" y="165"/>
                  </a:cubicBezTo>
                  <a:close/>
                  <a:moveTo>
                    <a:pt x="224" y="38"/>
                  </a:moveTo>
                  <a:lnTo>
                    <a:pt x="224" y="38"/>
                  </a:lnTo>
                  <a:cubicBezTo>
                    <a:pt x="216" y="27"/>
                    <a:pt x="205" y="19"/>
                    <a:pt x="193" y="13"/>
                  </a:cubicBezTo>
                  <a:cubicBezTo>
                    <a:pt x="176" y="4"/>
                    <a:pt x="156" y="0"/>
                    <a:pt x="133" y="0"/>
                  </a:cubicBezTo>
                  <a:cubicBezTo>
                    <a:pt x="108" y="0"/>
                    <a:pt x="86" y="5"/>
                    <a:pt x="66" y="15"/>
                  </a:cubicBezTo>
                  <a:cubicBezTo>
                    <a:pt x="45" y="26"/>
                    <a:pt x="30" y="41"/>
                    <a:pt x="18" y="60"/>
                  </a:cubicBezTo>
                  <a:cubicBezTo>
                    <a:pt x="6" y="79"/>
                    <a:pt x="0" y="101"/>
                    <a:pt x="0" y="126"/>
                  </a:cubicBezTo>
                  <a:cubicBezTo>
                    <a:pt x="0" y="152"/>
                    <a:pt x="6" y="174"/>
                    <a:pt x="18" y="193"/>
                  </a:cubicBezTo>
                  <a:cubicBezTo>
                    <a:pt x="30" y="212"/>
                    <a:pt x="45" y="227"/>
                    <a:pt x="66" y="238"/>
                  </a:cubicBezTo>
                  <a:cubicBezTo>
                    <a:pt x="86" y="249"/>
                    <a:pt x="108" y="254"/>
                    <a:pt x="133" y="254"/>
                  </a:cubicBezTo>
                  <a:cubicBezTo>
                    <a:pt x="156" y="254"/>
                    <a:pt x="176" y="249"/>
                    <a:pt x="193" y="240"/>
                  </a:cubicBezTo>
                  <a:cubicBezTo>
                    <a:pt x="204" y="235"/>
                    <a:pt x="213" y="227"/>
                    <a:pt x="222" y="218"/>
                  </a:cubicBezTo>
                  <a:lnTo>
                    <a:pt x="222" y="233"/>
                  </a:lnTo>
                  <a:cubicBezTo>
                    <a:pt x="222" y="259"/>
                    <a:pt x="215" y="279"/>
                    <a:pt x="201" y="293"/>
                  </a:cubicBezTo>
                  <a:cubicBezTo>
                    <a:pt x="188" y="306"/>
                    <a:pt x="167" y="312"/>
                    <a:pt x="138" y="312"/>
                  </a:cubicBezTo>
                  <a:cubicBezTo>
                    <a:pt x="120" y="312"/>
                    <a:pt x="102" y="310"/>
                    <a:pt x="84" y="304"/>
                  </a:cubicBezTo>
                  <a:cubicBezTo>
                    <a:pt x="67" y="298"/>
                    <a:pt x="52" y="290"/>
                    <a:pt x="41" y="281"/>
                  </a:cubicBezTo>
                  <a:lnTo>
                    <a:pt x="13" y="327"/>
                  </a:lnTo>
                  <a:cubicBezTo>
                    <a:pt x="28" y="339"/>
                    <a:pt x="47" y="349"/>
                    <a:pt x="70" y="355"/>
                  </a:cubicBezTo>
                  <a:cubicBezTo>
                    <a:pt x="93" y="362"/>
                    <a:pt x="117" y="365"/>
                    <a:pt x="141" y="365"/>
                  </a:cubicBezTo>
                  <a:cubicBezTo>
                    <a:pt x="187" y="365"/>
                    <a:pt x="222" y="353"/>
                    <a:pt x="247" y="331"/>
                  </a:cubicBezTo>
                  <a:cubicBezTo>
                    <a:pt x="271" y="308"/>
                    <a:pt x="283" y="273"/>
                    <a:pt x="283" y="226"/>
                  </a:cubicBezTo>
                  <a:lnTo>
                    <a:pt x="283" y="3"/>
                  </a:lnTo>
                  <a:lnTo>
                    <a:pt x="224" y="3"/>
                  </a:lnTo>
                  <a:lnTo>
                    <a:pt x="224" y="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9A0E8AD-CA2F-448C-8097-8382329B5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6764" y="842970"/>
              <a:ext cx="255588" cy="257178"/>
            </a:xfrm>
            <a:custGeom>
              <a:avLst/>
              <a:gdLst>
                <a:gd name="T0" fmla="*/ 70 w 269"/>
                <a:gd name="T1" fmla="*/ 86 h 269"/>
                <a:gd name="T2" fmla="*/ 70 w 269"/>
                <a:gd name="T3" fmla="*/ 86 h 269"/>
                <a:gd name="T4" fmla="*/ 97 w 269"/>
                <a:gd name="T5" fmla="*/ 59 h 269"/>
                <a:gd name="T6" fmla="*/ 136 w 269"/>
                <a:gd name="T7" fmla="*/ 49 h 269"/>
                <a:gd name="T8" fmla="*/ 176 w 269"/>
                <a:gd name="T9" fmla="*/ 59 h 269"/>
                <a:gd name="T10" fmla="*/ 202 w 269"/>
                <a:gd name="T11" fmla="*/ 86 h 269"/>
                <a:gd name="T12" fmla="*/ 211 w 269"/>
                <a:gd name="T13" fmla="*/ 113 h 269"/>
                <a:gd name="T14" fmla="*/ 62 w 269"/>
                <a:gd name="T15" fmla="*/ 113 h 269"/>
                <a:gd name="T16" fmla="*/ 70 w 269"/>
                <a:gd name="T17" fmla="*/ 86 h 269"/>
                <a:gd name="T18" fmla="*/ 205 w 269"/>
                <a:gd name="T19" fmla="*/ 16 h 269"/>
                <a:gd name="T20" fmla="*/ 205 w 269"/>
                <a:gd name="T21" fmla="*/ 16 h 269"/>
                <a:gd name="T22" fmla="*/ 136 w 269"/>
                <a:gd name="T23" fmla="*/ 0 h 269"/>
                <a:gd name="T24" fmla="*/ 66 w 269"/>
                <a:gd name="T25" fmla="*/ 17 h 269"/>
                <a:gd name="T26" fmla="*/ 18 w 269"/>
                <a:gd name="T27" fmla="*/ 65 h 269"/>
                <a:gd name="T28" fmla="*/ 0 w 269"/>
                <a:gd name="T29" fmla="*/ 134 h 269"/>
                <a:gd name="T30" fmla="*/ 18 w 269"/>
                <a:gd name="T31" fmla="*/ 204 h 269"/>
                <a:gd name="T32" fmla="*/ 69 w 269"/>
                <a:gd name="T33" fmla="*/ 252 h 269"/>
                <a:gd name="T34" fmla="*/ 146 w 269"/>
                <a:gd name="T35" fmla="*/ 269 h 269"/>
                <a:gd name="T36" fmla="*/ 207 w 269"/>
                <a:gd name="T37" fmla="*/ 258 h 269"/>
                <a:gd name="T38" fmla="*/ 252 w 269"/>
                <a:gd name="T39" fmla="*/ 226 h 269"/>
                <a:gd name="T40" fmla="*/ 219 w 269"/>
                <a:gd name="T41" fmla="*/ 188 h 269"/>
                <a:gd name="T42" fmla="*/ 187 w 269"/>
                <a:gd name="T43" fmla="*/ 210 h 269"/>
                <a:gd name="T44" fmla="*/ 147 w 269"/>
                <a:gd name="T45" fmla="*/ 217 h 269"/>
                <a:gd name="T46" fmla="*/ 102 w 269"/>
                <a:gd name="T47" fmla="*/ 207 h 269"/>
                <a:gd name="T48" fmla="*/ 71 w 269"/>
                <a:gd name="T49" fmla="*/ 179 h 269"/>
                <a:gd name="T50" fmla="*/ 62 w 269"/>
                <a:gd name="T51" fmla="*/ 154 h 269"/>
                <a:gd name="T52" fmla="*/ 268 w 269"/>
                <a:gd name="T53" fmla="*/ 154 h 269"/>
                <a:gd name="T54" fmla="*/ 269 w 269"/>
                <a:gd name="T55" fmla="*/ 145 h 269"/>
                <a:gd name="T56" fmla="*/ 269 w 269"/>
                <a:gd name="T57" fmla="*/ 136 h 269"/>
                <a:gd name="T58" fmla="*/ 252 w 269"/>
                <a:gd name="T59" fmla="*/ 64 h 269"/>
                <a:gd name="T60" fmla="*/ 205 w 269"/>
                <a:gd name="T61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69">
                  <a:moveTo>
                    <a:pt x="70" y="86"/>
                  </a:moveTo>
                  <a:lnTo>
                    <a:pt x="70" y="86"/>
                  </a:lnTo>
                  <a:cubicBezTo>
                    <a:pt x="77" y="75"/>
                    <a:pt x="85" y="65"/>
                    <a:pt x="97" y="59"/>
                  </a:cubicBezTo>
                  <a:cubicBezTo>
                    <a:pt x="108" y="52"/>
                    <a:pt x="121" y="49"/>
                    <a:pt x="136" y="49"/>
                  </a:cubicBezTo>
                  <a:cubicBezTo>
                    <a:pt x="151" y="49"/>
                    <a:pt x="164" y="52"/>
                    <a:pt x="176" y="59"/>
                  </a:cubicBezTo>
                  <a:cubicBezTo>
                    <a:pt x="187" y="65"/>
                    <a:pt x="196" y="74"/>
                    <a:pt x="202" y="86"/>
                  </a:cubicBezTo>
                  <a:cubicBezTo>
                    <a:pt x="207" y="94"/>
                    <a:pt x="210" y="103"/>
                    <a:pt x="211" y="113"/>
                  </a:cubicBezTo>
                  <a:lnTo>
                    <a:pt x="62" y="113"/>
                  </a:lnTo>
                  <a:cubicBezTo>
                    <a:pt x="63" y="103"/>
                    <a:pt x="66" y="94"/>
                    <a:pt x="70" y="86"/>
                  </a:cubicBezTo>
                  <a:close/>
                  <a:moveTo>
                    <a:pt x="205" y="16"/>
                  </a:moveTo>
                  <a:lnTo>
                    <a:pt x="205" y="16"/>
                  </a:lnTo>
                  <a:cubicBezTo>
                    <a:pt x="185" y="5"/>
                    <a:pt x="162" y="0"/>
                    <a:pt x="136" y="0"/>
                  </a:cubicBezTo>
                  <a:cubicBezTo>
                    <a:pt x="110" y="0"/>
                    <a:pt x="87" y="5"/>
                    <a:pt x="66" y="17"/>
                  </a:cubicBezTo>
                  <a:cubicBezTo>
                    <a:pt x="46" y="28"/>
                    <a:pt x="30" y="44"/>
                    <a:pt x="18" y="65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1" y="263"/>
                    <a:pt x="116" y="269"/>
                    <a:pt x="146" y="269"/>
                  </a:cubicBezTo>
                  <a:cubicBezTo>
                    <a:pt x="169" y="269"/>
                    <a:pt x="189" y="265"/>
                    <a:pt x="207" y="258"/>
                  </a:cubicBezTo>
                  <a:cubicBezTo>
                    <a:pt x="225" y="251"/>
                    <a:pt x="240" y="240"/>
                    <a:pt x="252" y="226"/>
                  </a:cubicBezTo>
                  <a:lnTo>
                    <a:pt x="219" y="188"/>
                  </a:lnTo>
                  <a:cubicBezTo>
                    <a:pt x="209" y="198"/>
                    <a:pt x="199" y="205"/>
                    <a:pt x="187" y="210"/>
                  </a:cubicBezTo>
                  <a:cubicBezTo>
                    <a:pt x="175" y="215"/>
                    <a:pt x="162" y="217"/>
                    <a:pt x="147" y="217"/>
                  </a:cubicBezTo>
                  <a:cubicBezTo>
                    <a:pt x="130" y="217"/>
                    <a:pt x="115" y="214"/>
                    <a:pt x="102" y="207"/>
                  </a:cubicBezTo>
                  <a:cubicBezTo>
                    <a:pt x="89" y="201"/>
                    <a:pt x="79" y="191"/>
                    <a:pt x="71" y="179"/>
                  </a:cubicBezTo>
                  <a:cubicBezTo>
                    <a:pt x="67" y="171"/>
                    <a:pt x="64" y="163"/>
                    <a:pt x="62" y="154"/>
                  </a:cubicBezTo>
                  <a:lnTo>
                    <a:pt x="268" y="154"/>
                  </a:lnTo>
                  <a:cubicBezTo>
                    <a:pt x="269" y="151"/>
                    <a:pt x="269" y="148"/>
                    <a:pt x="269" y="145"/>
                  </a:cubicBezTo>
                  <a:cubicBezTo>
                    <a:pt x="269" y="141"/>
                    <a:pt x="269" y="138"/>
                    <a:pt x="269" y="136"/>
                  </a:cubicBezTo>
                  <a:cubicBezTo>
                    <a:pt x="269" y="108"/>
                    <a:pt x="264" y="84"/>
                    <a:pt x="252" y="64"/>
                  </a:cubicBezTo>
                  <a:cubicBezTo>
                    <a:pt x="241" y="43"/>
                    <a:pt x="225" y="28"/>
                    <a:pt x="205" y="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E246B131-E0D5-4704-8E91-DDA8C5A8C5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55214" y="842970"/>
              <a:ext cx="247650" cy="254003"/>
            </a:xfrm>
            <a:custGeom>
              <a:avLst/>
              <a:gdLst>
                <a:gd name="T0" fmla="*/ 205 w 259"/>
                <a:gd name="T1" fmla="*/ 12 h 266"/>
                <a:gd name="T2" fmla="*/ 205 w 259"/>
                <a:gd name="T3" fmla="*/ 12 h 266"/>
                <a:gd name="T4" fmla="*/ 149 w 259"/>
                <a:gd name="T5" fmla="*/ 0 h 266"/>
                <a:gd name="T6" fmla="*/ 88 w 259"/>
                <a:gd name="T7" fmla="*/ 13 h 266"/>
                <a:gd name="T8" fmla="*/ 58 w 259"/>
                <a:gd name="T9" fmla="*/ 37 h 266"/>
                <a:gd name="T10" fmla="*/ 58 w 259"/>
                <a:gd name="T11" fmla="*/ 3 h 266"/>
                <a:gd name="T12" fmla="*/ 0 w 259"/>
                <a:gd name="T13" fmla="*/ 3 h 266"/>
                <a:gd name="T14" fmla="*/ 0 w 259"/>
                <a:gd name="T15" fmla="*/ 266 h 266"/>
                <a:gd name="T16" fmla="*/ 61 w 259"/>
                <a:gd name="T17" fmla="*/ 266 h 266"/>
                <a:gd name="T18" fmla="*/ 61 w 259"/>
                <a:gd name="T19" fmla="*/ 133 h 266"/>
                <a:gd name="T20" fmla="*/ 70 w 259"/>
                <a:gd name="T21" fmla="*/ 89 h 266"/>
                <a:gd name="T22" fmla="*/ 96 w 259"/>
                <a:gd name="T23" fmla="*/ 62 h 266"/>
                <a:gd name="T24" fmla="*/ 135 w 259"/>
                <a:gd name="T25" fmla="*/ 53 h 266"/>
                <a:gd name="T26" fmla="*/ 181 w 259"/>
                <a:gd name="T27" fmla="*/ 71 h 266"/>
                <a:gd name="T28" fmla="*/ 197 w 259"/>
                <a:gd name="T29" fmla="*/ 123 h 266"/>
                <a:gd name="T30" fmla="*/ 197 w 259"/>
                <a:gd name="T31" fmla="*/ 266 h 266"/>
                <a:gd name="T32" fmla="*/ 259 w 259"/>
                <a:gd name="T33" fmla="*/ 266 h 266"/>
                <a:gd name="T34" fmla="*/ 259 w 259"/>
                <a:gd name="T35" fmla="*/ 115 h 266"/>
                <a:gd name="T36" fmla="*/ 244 w 259"/>
                <a:gd name="T37" fmla="*/ 50 h 266"/>
                <a:gd name="T38" fmla="*/ 205 w 259"/>
                <a:gd name="T39" fmla="*/ 12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05" y="12"/>
                  </a:moveTo>
                  <a:lnTo>
                    <a:pt x="205" y="12"/>
                  </a:ln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6" y="27"/>
                    <a:pt x="58" y="37"/>
                  </a:cubicBezTo>
                  <a:lnTo>
                    <a:pt x="58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1" y="266"/>
                  </a:lnTo>
                  <a:lnTo>
                    <a:pt x="61" y="133"/>
                  </a:lnTo>
                  <a:cubicBezTo>
                    <a:pt x="61" y="115"/>
                    <a:pt x="64" y="100"/>
                    <a:pt x="70" y="89"/>
                  </a:cubicBezTo>
                  <a:cubicBezTo>
                    <a:pt x="76" y="77"/>
                    <a:pt x="85" y="68"/>
                    <a:pt x="96" y="62"/>
                  </a:cubicBezTo>
                  <a:cubicBezTo>
                    <a:pt x="107" y="56"/>
                    <a:pt x="120" y="53"/>
                    <a:pt x="135" y="53"/>
                  </a:cubicBezTo>
                  <a:cubicBezTo>
                    <a:pt x="154" y="53"/>
                    <a:pt x="170" y="59"/>
                    <a:pt x="181" y="71"/>
                  </a:cubicBezTo>
                  <a:cubicBezTo>
                    <a:pt x="192" y="82"/>
                    <a:pt x="197" y="100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7"/>
                    <a:pt x="244" y="50"/>
                  </a:cubicBezTo>
                  <a:cubicBezTo>
                    <a:pt x="235" y="33"/>
                    <a:pt x="222" y="20"/>
                    <a:pt x="205" y="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B4D3A5F-1C20-416D-95AF-1DC9DC9EB9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9852" y="790582"/>
              <a:ext cx="184150" cy="309566"/>
            </a:xfrm>
            <a:custGeom>
              <a:avLst/>
              <a:gdLst>
                <a:gd name="T0" fmla="*/ 176 w 193"/>
                <a:gd name="T1" fmla="*/ 263 h 324"/>
                <a:gd name="T2" fmla="*/ 176 w 193"/>
                <a:gd name="T3" fmla="*/ 263 h 324"/>
                <a:gd name="T4" fmla="*/ 142 w 193"/>
                <a:gd name="T5" fmla="*/ 273 h 324"/>
                <a:gd name="T6" fmla="*/ 115 w 193"/>
                <a:gd name="T7" fmla="*/ 263 h 324"/>
                <a:gd name="T8" fmla="*/ 105 w 193"/>
                <a:gd name="T9" fmla="*/ 234 h 324"/>
                <a:gd name="T10" fmla="*/ 105 w 193"/>
                <a:gd name="T11" fmla="*/ 109 h 324"/>
                <a:gd name="T12" fmla="*/ 176 w 193"/>
                <a:gd name="T13" fmla="*/ 109 h 324"/>
                <a:gd name="T14" fmla="*/ 176 w 193"/>
                <a:gd name="T15" fmla="*/ 60 h 324"/>
                <a:gd name="T16" fmla="*/ 105 w 193"/>
                <a:gd name="T17" fmla="*/ 60 h 324"/>
                <a:gd name="T18" fmla="*/ 105 w 193"/>
                <a:gd name="T19" fmla="*/ 0 h 324"/>
                <a:gd name="T20" fmla="*/ 44 w 193"/>
                <a:gd name="T21" fmla="*/ 0 h 324"/>
                <a:gd name="T22" fmla="*/ 44 w 193"/>
                <a:gd name="T23" fmla="*/ 60 h 324"/>
                <a:gd name="T24" fmla="*/ 0 w 193"/>
                <a:gd name="T25" fmla="*/ 60 h 324"/>
                <a:gd name="T26" fmla="*/ 0 w 193"/>
                <a:gd name="T27" fmla="*/ 109 h 324"/>
                <a:gd name="T28" fmla="*/ 44 w 193"/>
                <a:gd name="T29" fmla="*/ 109 h 324"/>
                <a:gd name="T30" fmla="*/ 44 w 193"/>
                <a:gd name="T31" fmla="*/ 236 h 324"/>
                <a:gd name="T32" fmla="*/ 67 w 193"/>
                <a:gd name="T33" fmla="*/ 302 h 324"/>
                <a:gd name="T34" fmla="*/ 134 w 193"/>
                <a:gd name="T35" fmla="*/ 324 h 324"/>
                <a:gd name="T36" fmla="*/ 167 w 193"/>
                <a:gd name="T37" fmla="*/ 320 h 324"/>
                <a:gd name="T38" fmla="*/ 193 w 193"/>
                <a:gd name="T39" fmla="*/ 306 h 324"/>
                <a:gd name="T40" fmla="*/ 176 w 193"/>
                <a:gd name="T41" fmla="*/ 263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4">
                  <a:moveTo>
                    <a:pt x="176" y="263"/>
                  </a:moveTo>
                  <a:lnTo>
                    <a:pt x="176" y="263"/>
                  </a:lnTo>
                  <a:cubicBezTo>
                    <a:pt x="167" y="270"/>
                    <a:pt x="155" y="273"/>
                    <a:pt x="142" y="273"/>
                  </a:cubicBezTo>
                  <a:cubicBezTo>
                    <a:pt x="130" y="273"/>
                    <a:pt x="121" y="270"/>
                    <a:pt x="115" y="263"/>
                  </a:cubicBezTo>
                  <a:cubicBezTo>
                    <a:pt x="108" y="256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4"/>
                    <a:pt x="134" y="324"/>
                  </a:cubicBezTo>
                  <a:cubicBezTo>
                    <a:pt x="145" y="324"/>
                    <a:pt x="156" y="323"/>
                    <a:pt x="167" y="320"/>
                  </a:cubicBezTo>
                  <a:cubicBezTo>
                    <a:pt x="177" y="317"/>
                    <a:pt x="186" y="312"/>
                    <a:pt x="193" y="306"/>
                  </a:cubicBezTo>
                  <a:lnTo>
                    <a:pt x="176" y="26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75019CC-80E2-4E8C-937E-A3379470A4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89950" y="1211273"/>
              <a:ext cx="671513" cy="690569"/>
            </a:xfrm>
            <a:custGeom>
              <a:avLst/>
              <a:gdLst>
                <a:gd name="T0" fmla="*/ 704 w 704"/>
                <a:gd name="T1" fmla="*/ 723 h 723"/>
                <a:gd name="T2" fmla="*/ 704 w 704"/>
                <a:gd name="T3" fmla="*/ 723 h 723"/>
                <a:gd name="T4" fmla="*/ 0 w 704"/>
                <a:gd name="T5" fmla="*/ 723 h 723"/>
                <a:gd name="T6" fmla="*/ 0 w 704"/>
                <a:gd name="T7" fmla="*/ 0 h 723"/>
                <a:gd name="T8" fmla="*/ 704 w 704"/>
                <a:gd name="T9" fmla="*/ 0 h 723"/>
                <a:gd name="T10" fmla="*/ 704 w 704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4" h="723">
                  <a:moveTo>
                    <a:pt x="704" y="723"/>
                  </a:moveTo>
                  <a:lnTo>
                    <a:pt x="704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4" y="0"/>
                  </a:lnTo>
                  <a:lnTo>
                    <a:pt x="704" y="723"/>
                  </a:lnTo>
                  <a:close/>
                </a:path>
              </a:pathLst>
            </a:custGeom>
            <a:solidFill>
              <a:srgbClr val="FF9A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1D76A8D4-0D34-4D8B-9C76-DFAFAE3E5D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3162" y="1428763"/>
              <a:ext cx="60325" cy="328616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AD812E93-763C-4438-92F6-A448FE6787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3813" y="1503376"/>
              <a:ext cx="247650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5 w 259"/>
                <a:gd name="T5" fmla="*/ 12 h 266"/>
                <a:gd name="T6" fmla="*/ 149 w 259"/>
                <a:gd name="T7" fmla="*/ 0 h 266"/>
                <a:gd name="T8" fmla="*/ 88 w 259"/>
                <a:gd name="T9" fmla="*/ 13 h 266"/>
                <a:gd name="T10" fmla="*/ 58 w 259"/>
                <a:gd name="T11" fmla="*/ 37 h 266"/>
                <a:gd name="T12" fmla="*/ 58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1 w 259"/>
                <a:gd name="T19" fmla="*/ 266 h 266"/>
                <a:gd name="T20" fmla="*/ 61 w 259"/>
                <a:gd name="T21" fmla="*/ 133 h 266"/>
                <a:gd name="T22" fmla="*/ 70 w 259"/>
                <a:gd name="T23" fmla="*/ 88 h 266"/>
                <a:gd name="T24" fmla="*/ 96 w 259"/>
                <a:gd name="T25" fmla="*/ 62 h 266"/>
                <a:gd name="T26" fmla="*/ 135 w 259"/>
                <a:gd name="T27" fmla="*/ 53 h 266"/>
                <a:gd name="T28" fmla="*/ 181 w 259"/>
                <a:gd name="T29" fmla="*/ 70 h 266"/>
                <a:gd name="T30" fmla="*/ 197 w 259"/>
                <a:gd name="T31" fmla="*/ 123 h 266"/>
                <a:gd name="T32" fmla="*/ 197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5" y="33"/>
                    <a:pt x="222" y="20"/>
                    <a:pt x="205" y="12"/>
                  </a:cubicBez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6" y="27"/>
                    <a:pt x="58" y="37"/>
                  </a:cubicBezTo>
                  <a:lnTo>
                    <a:pt x="58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1" y="266"/>
                  </a:lnTo>
                  <a:lnTo>
                    <a:pt x="61" y="133"/>
                  </a:lnTo>
                  <a:cubicBezTo>
                    <a:pt x="61" y="115"/>
                    <a:pt x="64" y="100"/>
                    <a:pt x="70" y="88"/>
                  </a:cubicBezTo>
                  <a:cubicBezTo>
                    <a:pt x="77" y="77"/>
                    <a:pt x="85" y="68"/>
                    <a:pt x="96" y="62"/>
                  </a:cubicBezTo>
                  <a:cubicBezTo>
                    <a:pt x="107" y="56"/>
                    <a:pt x="120" y="53"/>
                    <a:pt x="135" y="53"/>
                  </a:cubicBezTo>
                  <a:cubicBezTo>
                    <a:pt x="154" y="53"/>
                    <a:pt x="170" y="59"/>
                    <a:pt x="181" y="70"/>
                  </a:cubicBezTo>
                  <a:cubicBezTo>
                    <a:pt x="192" y="82"/>
                    <a:pt x="197" y="99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6"/>
                    <a:pt x="245" y="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EF801D70-62FE-4C52-BC11-10164803C4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117026" y="1503376"/>
              <a:ext cx="246063" cy="254003"/>
            </a:xfrm>
            <a:custGeom>
              <a:avLst/>
              <a:gdLst>
                <a:gd name="T0" fmla="*/ 206 w 259"/>
                <a:gd name="T1" fmla="*/ 12 h 266"/>
                <a:gd name="T2" fmla="*/ 206 w 259"/>
                <a:gd name="T3" fmla="*/ 12 h 266"/>
                <a:gd name="T4" fmla="*/ 149 w 259"/>
                <a:gd name="T5" fmla="*/ 0 h 266"/>
                <a:gd name="T6" fmla="*/ 88 w 259"/>
                <a:gd name="T7" fmla="*/ 13 h 266"/>
                <a:gd name="T8" fmla="*/ 59 w 259"/>
                <a:gd name="T9" fmla="*/ 37 h 266"/>
                <a:gd name="T10" fmla="*/ 59 w 259"/>
                <a:gd name="T11" fmla="*/ 3 h 266"/>
                <a:gd name="T12" fmla="*/ 0 w 259"/>
                <a:gd name="T13" fmla="*/ 3 h 266"/>
                <a:gd name="T14" fmla="*/ 0 w 259"/>
                <a:gd name="T15" fmla="*/ 266 h 266"/>
                <a:gd name="T16" fmla="*/ 62 w 259"/>
                <a:gd name="T17" fmla="*/ 266 h 266"/>
                <a:gd name="T18" fmla="*/ 62 w 259"/>
                <a:gd name="T19" fmla="*/ 133 h 266"/>
                <a:gd name="T20" fmla="*/ 71 w 259"/>
                <a:gd name="T21" fmla="*/ 88 h 266"/>
                <a:gd name="T22" fmla="*/ 97 w 259"/>
                <a:gd name="T23" fmla="*/ 62 h 266"/>
                <a:gd name="T24" fmla="*/ 135 w 259"/>
                <a:gd name="T25" fmla="*/ 53 h 266"/>
                <a:gd name="T26" fmla="*/ 181 w 259"/>
                <a:gd name="T27" fmla="*/ 70 h 266"/>
                <a:gd name="T28" fmla="*/ 197 w 259"/>
                <a:gd name="T29" fmla="*/ 123 h 266"/>
                <a:gd name="T30" fmla="*/ 197 w 259"/>
                <a:gd name="T31" fmla="*/ 266 h 266"/>
                <a:gd name="T32" fmla="*/ 259 w 259"/>
                <a:gd name="T33" fmla="*/ 266 h 266"/>
                <a:gd name="T34" fmla="*/ 259 w 259"/>
                <a:gd name="T35" fmla="*/ 115 h 266"/>
                <a:gd name="T36" fmla="*/ 245 w 259"/>
                <a:gd name="T37" fmla="*/ 50 h 266"/>
                <a:gd name="T38" fmla="*/ 206 w 259"/>
                <a:gd name="T39" fmla="*/ 12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06" y="12"/>
                  </a:moveTo>
                  <a:lnTo>
                    <a:pt x="206" y="12"/>
                  </a:ln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8" y="13"/>
                  </a:cubicBezTo>
                  <a:cubicBezTo>
                    <a:pt x="76" y="19"/>
                    <a:pt x="67" y="27"/>
                    <a:pt x="59" y="37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0"/>
                    <a:pt x="71" y="88"/>
                  </a:cubicBezTo>
                  <a:cubicBezTo>
                    <a:pt x="77" y="77"/>
                    <a:pt x="85" y="68"/>
                    <a:pt x="97" y="62"/>
                  </a:cubicBezTo>
                  <a:cubicBezTo>
                    <a:pt x="108" y="56"/>
                    <a:pt x="120" y="53"/>
                    <a:pt x="135" y="53"/>
                  </a:cubicBezTo>
                  <a:cubicBezTo>
                    <a:pt x="155" y="53"/>
                    <a:pt x="170" y="59"/>
                    <a:pt x="181" y="70"/>
                  </a:cubicBezTo>
                  <a:cubicBezTo>
                    <a:pt x="192" y="82"/>
                    <a:pt x="197" y="99"/>
                    <a:pt x="197" y="123"/>
                  </a:cubicBezTo>
                  <a:lnTo>
                    <a:pt x="197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8"/>
                    <a:pt x="254" y="66"/>
                    <a:pt x="245" y="50"/>
                  </a:cubicBezTo>
                  <a:cubicBezTo>
                    <a:pt x="235" y="33"/>
                    <a:pt x="222" y="20"/>
                    <a:pt x="206" y="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CF6A90BD-F3C2-4B14-A330-BF7E317C76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02776" y="1503376"/>
              <a:ext cx="268288" cy="257178"/>
            </a:xfrm>
            <a:custGeom>
              <a:avLst/>
              <a:gdLst>
                <a:gd name="T0" fmla="*/ 208 w 281"/>
                <a:gd name="T1" fmla="*/ 178 h 269"/>
                <a:gd name="T2" fmla="*/ 208 w 281"/>
                <a:gd name="T3" fmla="*/ 178 h 269"/>
                <a:gd name="T4" fmla="*/ 181 w 281"/>
                <a:gd name="T5" fmla="*/ 206 h 269"/>
                <a:gd name="T6" fmla="*/ 140 w 281"/>
                <a:gd name="T7" fmla="*/ 216 h 269"/>
                <a:gd name="T8" fmla="*/ 101 w 281"/>
                <a:gd name="T9" fmla="*/ 206 h 269"/>
                <a:gd name="T10" fmla="*/ 73 w 281"/>
                <a:gd name="T11" fmla="*/ 178 h 269"/>
                <a:gd name="T12" fmla="*/ 62 w 281"/>
                <a:gd name="T13" fmla="*/ 134 h 269"/>
                <a:gd name="T14" fmla="*/ 73 w 281"/>
                <a:gd name="T15" fmla="*/ 90 h 269"/>
                <a:gd name="T16" fmla="*/ 101 w 281"/>
                <a:gd name="T17" fmla="*/ 62 h 269"/>
                <a:gd name="T18" fmla="*/ 141 w 281"/>
                <a:gd name="T19" fmla="*/ 52 h 269"/>
                <a:gd name="T20" fmla="*/ 181 w 281"/>
                <a:gd name="T21" fmla="*/ 62 h 269"/>
                <a:gd name="T22" fmla="*/ 208 w 281"/>
                <a:gd name="T23" fmla="*/ 90 h 269"/>
                <a:gd name="T24" fmla="*/ 219 w 281"/>
                <a:gd name="T25" fmla="*/ 134 h 269"/>
                <a:gd name="T26" fmla="*/ 208 w 281"/>
                <a:gd name="T27" fmla="*/ 178 h 269"/>
                <a:gd name="T28" fmla="*/ 213 w 281"/>
                <a:gd name="T29" fmla="*/ 17 h 269"/>
                <a:gd name="T30" fmla="*/ 213 w 281"/>
                <a:gd name="T31" fmla="*/ 17 h 269"/>
                <a:gd name="T32" fmla="*/ 140 w 281"/>
                <a:gd name="T33" fmla="*/ 0 h 269"/>
                <a:gd name="T34" fmla="*/ 68 w 281"/>
                <a:gd name="T35" fmla="*/ 17 h 269"/>
                <a:gd name="T36" fmla="*/ 19 w 281"/>
                <a:gd name="T37" fmla="*/ 64 h 269"/>
                <a:gd name="T38" fmla="*/ 0 w 281"/>
                <a:gd name="T39" fmla="*/ 134 h 269"/>
                <a:gd name="T40" fmla="*/ 19 w 281"/>
                <a:gd name="T41" fmla="*/ 203 h 269"/>
                <a:gd name="T42" fmla="*/ 68 w 281"/>
                <a:gd name="T43" fmla="*/ 251 h 269"/>
                <a:gd name="T44" fmla="*/ 140 w 281"/>
                <a:gd name="T45" fmla="*/ 269 h 269"/>
                <a:gd name="T46" fmla="*/ 213 w 281"/>
                <a:gd name="T47" fmla="*/ 251 h 269"/>
                <a:gd name="T48" fmla="*/ 263 w 281"/>
                <a:gd name="T49" fmla="*/ 203 h 269"/>
                <a:gd name="T50" fmla="*/ 281 w 281"/>
                <a:gd name="T51" fmla="*/ 134 h 269"/>
                <a:gd name="T52" fmla="*/ 263 w 281"/>
                <a:gd name="T53" fmla="*/ 64 h 269"/>
                <a:gd name="T54" fmla="*/ 213 w 281"/>
                <a:gd name="T55" fmla="*/ 17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81" h="269">
                  <a:moveTo>
                    <a:pt x="208" y="178"/>
                  </a:moveTo>
                  <a:lnTo>
                    <a:pt x="208" y="178"/>
                  </a:lnTo>
                  <a:cubicBezTo>
                    <a:pt x="202" y="190"/>
                    <a:pt x="192" y="200"/>
                    <a:pt x="181" y="206"/>
                  </a:cubicBezTo>
                  <a:cubicBezTo>
                    <a:pt x="169" y="213"/>
                    <a:pt x="155" y="216"/>
                    <a:pt x="140" y="216"/>
                  </a:cubicBezTo>
                  <a:cubicBezTo>
                    <a:pt x="126" y="216"/>
                    <a:pt x="112" y="213"/>
                    <a:pt x="101" y="206"/>
                  </a:cubicBezTo>
                  <a:cubicBezTo>
                    <a:pt x="89" y="200"/>
                    <a:pt x="80" y="190"/>
                    <a:pt x="73" y="178"/>
                  </a:cubicBezTo>
                  <a:cubicBezTo>
                    <a:pt x="66" y="165"/>
                    <a:pt x="62" y="151"/>
                    <a:pt x="62" y="134"/>
                  </a:cubicBezTo>
                  <a:cubicBezTo>
                    <a:pt x="62" y="117"/>
                    <a:pt x="66" y="102"/>
                    <a:pt x="73" y="90"/>
                  </a:cubicBezTo>
                  <a:cubicBezTo>
                    <a:pt x="80" y="78"/>
                    <a:pt x="89" y="68"/>
                    <a:pt x="101" y="62"/>
                  </a:cubicBezTo>
                  <a:cubicBezTo>
                    <a:pt x="112" y="55"/>
                    <a:pt x="126" y="52"/>
                    <a:pt x="141" y="52"/>
                  </a:cubicBezTo>
                  <a:cubicBezTo>
                    <a:pt x="156" y="52"/>
                    <a:pt x="169" y="55"/>
                    <a:pt x="181" y="62"/>
                  </a:cubicBezTo>
                  <a:cubicBezTo>
                    <a:pt x="192" y="68"/>
                    <a:pt x="202" y="78"/>
                    <a:pt x="208" y="90"/>
                  </a:cubicBezTo>
                  <a:cubicBezTo>
                    <a:pt x="215" y="102"/>
                    <a:pt x="219" y="117"/>
                    <a:pt x="219" y="134"/>
                  </a:cubicBezTo>
                  <a:cubicBezTo>
                    <a:pt x="219" y="151"/>
                    <a:pt x="215" y="165"/>
                    <a:pt x="208" y="178"/>
                  </a:cubicBezTo>
                  <a:close/>
                  <a:moveTo>
                    <a:pt x="213" y="17"/>
                  </a:moveTo>
                  <a:lnTo>
                    <a:pt x="213" y="17"/>
                  </a:lnTo>
                  <a:cubicBezTo>
                    <a:pt x="192" y="5"/>
                    <a:pt x="168" y="0"/>
                    <a:pt x="140" y="0"/>
                  </a:cubicBezTo>
                  <a:cubicBezTo>
                    <a:pt x="113" y="0"/>
                    <a:pt x="89" y="5"/>
                    <a:pt x="68" y="17"/>
                  </a:cubicBezTo>
                  <a:cubicBezTo>
                    <a:pt x="47" y="28"/>
                    <a:pt x="31" y="44"/>
                    <a:pt x="19" y="64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9" y="203"/>
                  </a:cubicBezTo>
                  <a:cubicBezTo>
                    <a:pt x="31" y="224"/>
                    <a:pt x="47" y="240"/>
                    <a:pt x="68" y="251"/>
                  </a:cubicBezTo>
                  <a:cubicBezTo>
                    <a:pt x="89" y="263"/>
                    <a:pt x="113" y="269"/>
                    <a:pt x="140" y="269"/>
                  </a:cubicBezTo>
                  <a:cubicBezTo>
                    <a:pt x="168" y="269"/>
                    <a:pt x="192" y="263"/>
                    <a:pt x="213" y="251"/>
                  </a:cubicBezTo>
                  <a:cubicBezTo>
                    <a:pt x="234" y="240"/>
                    <a:pt x="251" y="224"/>
                    <a:pt x="263" y="203"/>
                  </a:cubicBezTo>
                  <a:cubicBezTo>
                    <a:pt x="275" y="183"/>
                    <a:pt x="281" y="160"/>
                    <a:pt x="281" y="134"/>
                  </a:cubicBezTo>
                  <a:cubicBezTo>
                    <a:pt x="281" y="107"/>
                    <a:pt x="275" y="84"/>
                    <a:pt x="263" y="64"/>
                  </a:cubicBezTo>
                  <a:cubicBezTo>
                    <a:pt x="251" y="44"/>
                    <a:pt x="234" y="28"/>
                    <a:pt x="213" y="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6C2D7972-BF5C-4AC0-9DD6-E3DD0492E7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66301" y="1512901"/>
              <a:ext cx="274638" cy="250827"/>
            </a:xfrm>
            <a:custGeom>
              <a:avLst/>
              <a:gdLst>
                <a:gd name="T0" fmla="*/ 230 w 289"/>
                <a:gd name="T1" fmla="*/ 0 h 263"/>
                <a:gd name="T2" fmla="*/ 230 w 289"/>
                <a:gd name="T3" fmla="*/ 0 h 263"/>
                <a:gd name="T4" fmla="*/ 145 w 289"/>
                <a:gd name="T5" fmla="*/ 195 h 263"/>
                <a:gd name="T6" fmla="*/ 64 w 289"/>
                <a:gd name="T7" fmla="*/ 0 h 263"/>
                <a:gd name="T8" fmla="*/ 0 w 289"/>
                <a:gd name="T9" fmla="*/ 0 h 263"/>
                <a:gd name="T10" fmla="*/ 113 w 289"/>
                <a:gd name="T11" fmla="*/ 263 h 263"/>
                <a:gd name="T12" fmla="*/ 176 w 289"/>
                <a:gd name="T13" fmla="*/ 263 h 263"/>
                <a:gd name="T14" fmla="*/ 289 w 289"/>
                <a:gd name="T15" fmla="*/ 0 h 263"/>
                <a:gd name="T16" fmla="*/ 230 w 289"/>
                <a:gd name="T17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63">
                  <a:moveTo>
                    <a:pt x="230" y="0"/>
                  </a:moveTo>
                  <a:lnTo>
                    <a:pt x="230" y="0"/>
                  </a:lnTo>
                  <a:lnTo>
                    <a:pt x="145" y="19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113" y="263"/>
                  </a:lnTo>
                  <a:lnTo>
                    <a:pt x="176" y="263"/>
                  </a:lnTo>
                  <a:lnTo>
                    <a:pt x="289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E7E0399B-964B-4665-8440-3D9AEFBC7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37764" y="1509726"/>
              <a:ext cx="227013" cy="257178"/>
            </a:xfrm>
            <a:custGeom>
              <a:avLst/>
              <a:gdLst>
                <a:gd name="T0" fmla="*/ 152 w 239"/>
                <a:gd name="T1" fmla="*/ 214 h 270"/>
                <a:gd name="T2" fmla="*/ 152 w 239"/>
                <a:gd name="T3" fmla="*/ 214 h 270"/>
                <a:gd name="T4" fmla="*/ 111 w 239"/>
                <a:gd name="T5" fmla="*/ 225 h 270"/>
                <a:gd name="T6" fmla="*/ 74 w 239"/>
                <a:gd name="T7" fmla="*/ 215 h 270"/>
                <a:gd name="T8" fmla="*/ 61 w 239"/>
                <a:gd name="T9" fmla="*/ 188 h 270"/>
                <a:gd name="T10" fmla="*/ 72 w 239"/>
                <a:gd name="T11" fmla="*/ 163 h 270"/>
                <a:gd name="T12" fmla="*/ 114 w 239"/>
                <a:gd name="T13" fmla="*/ 153 h 270"/>
                <a:gd name="T14" fmla="*/ 178 w 239"/>
                <a:gd name="T15" fmla="*/ 153 h 270"/>
                <a:gd name="T16" fmla="*/ 178 w 239"/>
                <a:gd name="T17" fmla="*/ 184 h 270"/>
                <a:gd name="T18" fmla="*/ 152 w 239"/>
                <a:gd name="T19" fmla="*/ 214 h 270"/>
                <a:gd name="T20" fmla="*/ 120 w 239"/>
                <a:gd name="T21" fmla="*/ 0 h 270"/>
                <a:gd name="T22" fmla="*/ 120 w 239"/>
                <a:gd name="T23" fmla="*/ 0 h 270"/>
                <a:gd name="T24" fmla="*/ 59 w 239"/>
                <a:gd name="T25" fmla="*/ 8 h 270"/>
                <a:gd name="T26" fmla="*/ 8 w 239"/>
                <a:gd name="T27" fmla="*/ 33 h 270"/>
                <a:gd name="T28" fmla="*/ 32 w 239"/>
                <a:gd name="T29" fmla="*/ 77 h 270"/>
                <a:gd name="T30" fmla="*/ 69 w 239"/>
                <a:gd name="T31" fmla="*/ 58 h 270"/>
                <a:gd name="T32" fmla="*/ 112 w 239"/>
                <a:gd name="T33" fmla="*/ 51 h 270"/>
                <a:gd name="T34" fmla="*/ 161 w 239"/>
                <a:gd name="T35" fmla="*/ 66 h 270"/>
                <a:gd name="T36" fmla="*/ 178 w 239"/>
                <a:gd name="T37" fmla="*/ 109 h 270"/>
                <a:gd name="T38" fmla="*/ 178 w 239"/>
                <a:gd name="T39" fmla="*/ 112 h 270"/>
                <a:gd name="T40" fmla="*/ 110 w 239"/>
                <a:gd name="T41" fmla="*/ 112 h 270"/>
                <a:gd name="T42" fmla="*/ 46 w 239"/>
                <a:gd name="T43" fmla="*/ 123 h 270"/>
                <a:gd name="T44" fmla="*/ 11 w 239"/>
                <a:gd name="T45" fmla="*/ 151 h 270"/>
                <a:gd name="T46" fmla="*/ 0 w 239"/>
                <a:gd name="T47" fmla="*/ 191 h 270"/>
                <a:gd name="T48" fmla="*/ 12 w 239"/>
                <a:gd name="T49" fmla="*/ 231 h 270"/>
                <a:gd name="T50" fmla="*/ 47 w 239"/>
                <a:gd name="T51" fmla="*/ 259 h 270"/>
                <a:gd name="T52" fmla="*/ 98 w 239"/>
                <a:gd name="T53" fmla="*/ 270 h 270"/>
                <a:gd name="T54" fmla="*/ 156 w 239"/>
                <a:gd name="T55" fmla="*/ 257 h 270"/>
                <a:gd name="T56" fmla="*/ 181 w 239"/>
                <a:gd name="T57" fmla="*/ 234 h 270"/>
                <a:gd name="T58" fmla="*/ 181 w 239"/>
                <a:gd name="T59" fmla="*/ 266 h 270"/>
                <a:gd name="T60" fmla="*/ 239 w 239"/>
                <a:gd name="T61" fmla="*/ 266 h 270"/>
                <a:gd name="T62" fmla="*/ 239 w 239"/>
                <a:gd name="T63" fmla="*/ 112 h 270"/>
                <a:gd name="T64" fmla="*/ 208 w 239"/>
                <a:gd name="T65" fmla="*/ 27 h 270"/>
                <a:gd name="T66" fmla="*/ 120 w 239"/>
                <a:gd name="T6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" h="270">
                  <a:moveTo>
                    <a:pt x="152" y="214"/>
                  </a:moveTo>
                  <a:lnTo>
                    <a:pt x="152" y="214"/>
                  </a:lnTo>
                  <a:cubicBezTo>
                    <a:pt x="140" y="221"/>
                    <a:pt x="126" y="225"/>
                    <a:pt x="111" y="225"/>
                  </a:cubicBezTo>
                  <a:cubicBezTo>
                    <a:pt x="95" y="225"/>
                    <a:pt x="83" y="221"/>
                    <a:pt x="74" y="215"/>
                  </a:cubicBezTo>
                  <a:cubicBezTo>
                    <a:pt x="65" y="208"/>
                    <a:pt x="61" y="199"/>
                    <a:pt x="61" y="188"/>
                  </a:cubicBezTo>
                  <a:cubicBezTo>
                    <a:pt x="61" y="178"/>
                    <a:pt x="65" y="170"/>
                    <a:pt x="72" y="163"/>
                  </a:cubicBezTo>
                  <a:cubicBezTo>
                    <a:pt x="79" y="157"/>
                    <a:pt x="93" y="153"/>
                    <a:pt x="114" y="153"/>
                  </a:cubicBezTo>
                  <a:lnTo>
                    <a:pt x="178" y="153"/>
                  </a:lnTo>
                  <a:lnTo>
                    <a:pt x="178" y="184"/>
                  </a:lnTo>
                  <a:cubicBezTo>
                    <a:pt x="172" y="197"/>
                    <a:pt x="164" y="208"/>
                    <a:pt x="152" y="214"/>
                  </a:cubicBezTo>
                  <a:close/>
                  <a:moveTo>
                    <a:pt x="120" y="0"/>
                  </a:moveTo>
                  <a:lnTo>
                    <a:pt x="120" y="0"/>
                  </a:lnTo>
                  <a:cubicBezTo>
                    <a:pt x="99" y="0"/>
                    <a:pt x="78" y="3"/>
                    <a:pt x="59" y="8"/>
                  </a:cubicBezTo>
                  <a:cubicBezTo>
                    <a:pt x="39" y="14"/>
                    <a:pt x="22" y="22"/>
                    <a:pt x="8" y="33"/>
                  </a:cubicBezTo>
                  <a:lnTo>
                    <a:pt x="32" y="77"/>
                  </a:lnTo>
                  <a:cubicBezTo>
                    <a:pt x="42" y="69"/>
                    <a:pt x="54" y="63"/>
                    <a:pt x="69" y="58"/>
                  </a:cubicBezTo>
                  <a:cubicBezTo>
                    <a:pt x="83" y="54"/>
                    <a:pt x="97" y="51"/>
                    <a:pt x="112" y="51"/>
                  </a:cubicBezTo>
                  <a:cubicBezTo>
                    <a:pt x="134" y="51"/>
                    <a:pt x="151" y="56"/>
                    <a:pt x="161" y="66"/>
                  </a:cubicBezTo>
                  <a:cubicBezTo>
                    <a:pt x="172" y="76"/>
                    <a:pt x="178" y="90"/>
                    <a:pt x="178" y="109"/>
                  </a:cubicBezTo>
                  <a:lnTo>
                    <a:pt x="178" y="112"/>
                  </a:lnTo>
                  <a:lnTo>
                    <a:pt x="110" y="112"/>
                  </a:lnTo>
                  <a:cubicBezTo>
                    <a:pt x="83" y="112"/>
                    <a:pt x="62" y="116"/>
                    <a:pt x="46" y="123"/>
                  </a:cubicBezTo>
                  <a:cubicBezTo>
                    <a:pt x="30" y="130"/>
                    <a:pt x="18" y="139"/>
                    <a:pt x="11" y="151"/>
                  </a:cubicBezTo>
                  <a:cubicBezTo>
                    <a:pt x="4" y="163"/>
                    <a:pt x="0" y="176"/>
                    <a:pt x="0" y="191"/>
                  </a:cubicBezTo>
                  <a:cubicBezTo>
                    <a:pt x="0" y="206"/>
                    <a:pt x="4" y="219"/>
                    <a:pt x="12" y="231"/>
                  </a:cubicBezTo>
                  <a:cubicBezTo>
                    <a:pt x="21" y="243"/>
                    <a:pt x="32" y="253"/>
                    <a:pt x="47" y="259"/>
                  </a:cubicBezTo>
                  <a:cubicBezTo>
                    <a:pt x="61" y="266"/>
                    <a:pt x="79" y="270"/>
                    <a:pt x="98" y="270"/>
                  </a:cubicBezTo>
                  <a:cubicBezTo>
                    <a:pt x="122" y="270"/>
                    <a:pt x="141" y="265"/>
                    <a:pt x="156" y="257"/>
                  </a:cubicBezTo>
                  <a:cubicBezTo>
                    <a:pt x="167" y="251"/>
                    <a:pt x="175" y="243"/>
                    <a:pt x="181" y="234"/>
                  </a:cubicBezTo>
                  <a:lnTo>
                    <a:pt x="181" y="266"/>
                  </a:lnTo>
                  <a:lnTo>
                    <a:pt x="239" y="266"/>
                  </a:lnTo>
                  <a:lnTo>
                    <a:pt x="239" y="112"/>
                  </a:lnTo>
                  <a:cubicBezTo>
                    <a:pt x="239" y="74"/>
                    <a:pt x="229" y="46"/>
                    <a:pt x="208" y="27"/>
                  </a:cubicBezTo>
                  <a:cubicBezTo>
                    <a:pt x="187" y="9"/>
                    <a:pt x="158" y="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DB8319A5-C0C7-45C5-A077-5963E05263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93352" y="1457338"/>
              <a:ext cx="184150" cy="309566"/>
            </a:xfrm>
            <a:custGeom>
              <a:avLst/>
              <a:gdLst>
                <a:gd name="T0" fmla="*/ 142 w 193"/>
                <a:gd name="T1" fmla="*/ 274 h 325"/>
                <a:gd name="T2" fmla="*/ 142 w 193"/>
                <a:gd name="T3" fmla="*/ 274 h 325"/>
                <a:gd name="T4" fmla="*/ 115 w 193"/>
                <a:gd name="T5" fmla="*/ 263 h 325"/>
                <a:gd name="T6" fmla="*/ 105 w 193"/>
                <a:gd name="T7" fmla="*/ 234 h 325"/>
                <a:gd name="T8" fmla="*/ 105 w 193"/>
                <a:gd name="T9" fmla="*/ 109 h 325"/>
                <a:gd name="T10" fmla="*/ 176 w 193"/>
                <a:gd name="T11" fmla="*/ 109 h 325"/>
                <a:gd name="T12" fmla="*/ 176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4 w 193"/>
                <a:gd name="T19" fmla="*/ 0 h 325"/>
                <a:gd name="T20" fmla="*/ 44 w 193"/>
                <a:gd name="T21" fmla="*/ 60 h 325"/>
                <a:gd name="T22" fmla="*/ 0 w 193"/>
                <a:gd name="T23" fmla="*/ 60 h 325"/>
                <a:gd name="T24" fmla="*/ 0 w 193"/>
                <a:gd name="T25" fmla="*/ 109 h 325"/>
                <a:gd name="T26" fmla="*/ 44 w 193"/>
                <a:gd name="T27" fmla="*/ 109 h 325"/>
                <a:gd name="T28" fmla="*/ 44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7 w 193"/>
                <a:gd name="T35" fmla="*/ 320 h 325"/>
                <a:gd name="T36" fmla="*/ 193 w 193"/>
                <a:gd name="T37" fmla="*/ 307 h 325"/>
                <a:gd name="T38" fmla="*/ 176 w 193"/>
                <a:gd name="T39" fmla="*/ 263 h 325"/>
                <a:gd name="T40" fmla="*/ 142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0"/>
                    <a:pt x="115" y="263"/>
                  </a:cubicBezTo>
                  <a:cubicBezTo>
                    <a:pt x="108" y="257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7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6" y="263"/>
                  </a:lnTo>
                  <a:cubicBezTo>
                    <a:pt x="167" y="270"/>
                    <a:pt x="155" y="274"/>
                    <a:pt x="142" y="2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FB8D69E6-B9E3-49A6-A262-39ECCDB5F8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4490" y="1401775"/>
              <a:ext cx="74613" cy="69851"/>
            </a:xfrm>
            <a:custGeom>
              <a:avLst/>
              <a:gdLst>
                <a:gd name="T0" fmla="*/ 39 w 79"/>
                <a:gd name="T1" fmla="*/ 0 h 74"/>
                <a:gd name="T2" fmla="*/ 39 w 79"/>
                <a:gd name="T3" fmla="*/ 0 h 74"/>
                <a:gd name="T4" fmla="*/ 11 w 79"/>
                <a:gd name="T5" fmla="*/ 10 h 74"/>
                <a:gd name="T6" fmla="*/ 0 w 79"/>
                <a:gd name="T7" fmla="*/ 37 h 74"/>
                <a:gd name="T8" fmla="*/ 11 w 79"/>
                <a:gd name="T9" fmla="*/ 63 h 74"/>
                <a:gd name="T10" fmla="*/ 39 w 79"/>
                <a:gd name="T11" fmla="*/ 74 h 74"/>
                <a:gd name="T12" fmla="*/ 68 w 79"/>
                <a:gd name="T13" fmla="*/ 63 h 74"/>
                <a:gd name="T14" fmla="*/ 79 w 79"/>
                <a:gd name="T15" fmla="*/ 35 h 74"/>
                <a:gd name="T16" fmla="*/ 68 w 79"/>
                <a:gd name="T17" fmla="*/ 10 h 74"/>
                <a:gd name="T18" fmla="*/ 39 w 79"/>
                <a:gd name="T1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4">
                  <a:moveTo>
                    <a:pt x="39" y="0"/>
                  </a:moveTo>
                  <a:lnTo>
                    <a:pt x="39" y="0"/>
                  </a:lnTo>
                  <a:cubicBezTo>
                    <a:pt x="28" y="0"/>
                    <a:pt x="18" y="3"/>
                    <a:pt x="11" y="10"/>
                  </a:cubicBezTo>
                  <a:cubicBezTo>
                    <a:pt x="4" y="18"/>
                    <a:pt x="0" y="26"/>
                    <a:pt x="0" y="37"/>
                  </a:cubicBezTo>
                  <a:cubicBezTo>
                    <a:pt x="0" y="47"/>
                    <a:pt x="4" y="56"/>
                    <a:pt x="11" y="63"/>
                  </a:cubicBezTo>
                  <a:cubicBezTo>
                    <a:pt x="18" y="70"/>
                    <a:pt x="28" y="74"/>
                    <a:pt x="39" y="74"/>
                  </a:cubicBezTo>
                  <a:cubicBezTo>
                    <a:pt x="51" y="74"/>
                    <a:pt x="61" y="70"/>
                    <a:pt x="68" y="63"/>
                  </a:cubicBezTo>
                  <a:cubicBezTo>
                    <a:pt x="75" y="55"/>
                    <a:pt x="79" y="46"/>
                    <a:pt x="79" y="35"/>
                  </a:cubicBezTo>
                  <a:cubicBezTo>
                    <a:pt x="79" y="25"/>
                    <a:pt x="75" y="17"/>
                    <a:pt x="68" y="10"/>
                  </a:cubicBezTo>
                  <a:cubicBezTo>
                    <a:pt x="60" y="3"/>
                    <a:pt x="51" y="0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A206FF80-4F10-4DFF-9726-AC08660DC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10840" y="1512901"/>
              <a:ext cx="60325" cy="250827"/>
            </a:xfrm>
            <a:custGeom>
              <a:avLst/>
              <a:gdLst>
                <a:gd name="T0" fmla="*/ 0 w 62"/>
                <a:gd name="T1" fmla="*/ 263 h 263"/>
                <a:gd name="T2" fmla="*/ 0 w 62"/>
                <a:gd name="T3" fmla="*/ 263 h 263"/>
                <a:gd name="T4" fmla="*/ 62 w 62"/>
                <a:gd name="T5" fmla="*/ 263 h 263"/>
                <a:gd name="T6" fmla="*/ 62 w 62"/>
                <a:gd name="T7" fmla="*/ 0 h 263"/>
                <a:gd name="T8" fmla="*/ 0 w 62"/>
                <a:gd name="T9" fmla="*/ 0 h 263"/>
                <a:gd name="T10" fmla="*/ 0 w 62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263">
                  <a:moveTo>
                    <a:pt x="0" y="263"/>
                  </a:moveTo>
                  <a:lnTo>
                    <a:pt x="0" y="263"/>
                  </a:lnTo>
                  <a:lnTo>
                    <a:pt x="62" y="263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26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54BBA214-3E01-4325-87A3-656ED95FD0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1803" y="1512901"/>
              <a:ext cx="276225" cy="250827"/>
            </a:xfrm>
            <a:custGeom>
              <a:avLst/>
              <a:gdLst>
                <a:gd name="T0" fmla="*/ 230 w 289"/>
                <a:gd name="T1" fmla="*/ 0 h 263"/>
                <a:gd name="T2" fmla="*/ 230 w 289"/>
                <a:gd name="T3" fmla="*/ 0 h 263"/>
                <a:gd name="T4" fmla="*/ 146 w 289"/>
                <a:gd name="T5" fmla="*/ 195 h 263"/>
                <a:gd name="T6" fmla="*/ 64 w 289"/>
                <a:gd name="T7" fmla="*/ 0 h 263"/>
                <a:gd name="T8" fmla="*/ 0 w 289"/>
                <a:gd name="T9" fmla="*/ 0 h 263"/>
                <a:gd name="T10" fmla="*/ 113 w 289"/>
                <a:gd name="T11" fmla="*/ 263 h 263"/>
                <a:gd name="T12" fmla="*/ 176 w 289"/>
                <a:gd name="T13" fmla="*/ 263 h 263"/>
                <a:gd name="T14" fmla="*/ 289 w 289"/>
                <a:gd name="T15" fmla="*/ 0 h 263"/>
                <a:gd name="T16" fmla="*/ 230 w 289"/>
                <a:gd name="T17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63">
                  <a:moveTo>
                    <a:pt x="230" y="0"/>
                  </a:moveTo>
                  <a:lnTo>
                    <a:pt x="230" y="0"/>
                  </a:lnTo>
                  <a:lnTo>
                    <a:pt x="146" y="19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113" y="263"/>
                  </a:lnTo>
                  <a:lnTo>
                    <a:pt x="176" y="263"/>
                  </a:lnTo>
                  <a:lnTo>
                    <a:pt x="289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E6BF2B69-74CA-447E-AB14-ED3C9E9C1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63265" y="1509726"/>
              <a:ext cx="257175" cy="257178"/>
            </a:xfrm>
            <a:custGeom>
              <a:avLst/>
              <a:gdLst>
                <a:gd name="T0" fmla="*/ 69 w 269"/>
                <a:gd name="T1" fmla="*/ 87 h 270"/>
                <a:gd name="T2" fmla="*/ 69 w 269"/>
                <a:gd name="T3" fmla="*/ 87 h 270"/>
                <a:gd name="T4" fmla="*/ 96 w 269"/>
                <a:gd name="T5" fmla="*/ 59 h 270"/>
                <a:gd name="T6" fmla="*/ 136 w 269"/>
                <a:gd name="T7" fmla="*/ 49 h 270"/>
                <a:gd name="T8" fmla="*/ 175 w 269"/>
                <a:gd name="T9" fmla="*/ 59 h 270"/>
                <a:gd name="T10" fmla="*/ 202 w 269"/>
                <a:gd name="T11" fmla="*/ 86 h 270"/>
                <a:gd name="T12" fmla="*/ 210 w 269"/>
                <a:gd name="T13" fmla="*/ 113 h 270"/>
                <a:gd name="T14" fmla="*/ 61 w 269"/>
                <a:gd name="T15" fmla="*/ 113 h 270"/>
                <a:gd name="T16" fmla="*/ 69 w 269"/>
                <a:gd name="T17" fmla="*/ 87 h 270"/>
                <a:gd name="T18" fmla="*/ 251 w 269"/>
                <a:gd name="T19" fmla="*/ 64 h 270"/>
                <a:gd name="T20" fmla="*/ 251 w 269"/>
                <a:gd name="T21" fmla="*/ 64 h 270"/>
                <a:gd name="T22" fmla="*/ 204 w 269"/>
                <a:gd name="T23" fmla="*/ 17 h 270"/>
                <a:gd name="T24" fmla="*/ 136 w 269"/>
                <a:gd name="T25" fmla="*/ 0 h 270"/>
                <a:gd name="T26" fmla="*/ 66 w 269"/>
                <a:gd name="T27" fmla="*/ 17 h 270"/>
                <a:gd name="T28" fmla="*/ 17 w 269"/>
                <a:gd name="T29" fmla="*/ 65 h 270"/>
                <a:gd name="T30" fmla="*/ 0 w 269"/>
                <a:gd name="T31" fmla="*/ 135 h 270"/>
                <a:gd name="T32" fmla="*/ 18 w 269"/>
                <a:gd name="T33" fmla="*/ 204 h 270"/>
                <a:gd name="T34" fmla="*/ 68 w 269"/>
                <a:gd name="T35" fmla="*/ 252 h 270"/>
                <a:gd name="T36" fmla="*/ 145 w 269"/>
                <a:gd name="T37" fmla="*/ 270 h 270"/>
                <a:gd name="T38" fmla="*/ 206 w 269"/>
                <a:gd name="T39" fmla="*/ 258 h 270"/>
                <a:gd name="T40" fmla="*/ 251 w 269"/>
                <a:gd name="T41" fmla="*/ 227 h 270"/>
                <a:gd name="T42" fmla="*/ 218 w 269"/>
                <a:gd name="T43" fmla="*/ 189 h 270"/>
                <a:gd name="T44" fmla="*/ 186 w 269"/>
                <a:gd name="T45" fmla="*/ 210 h 270"/>
                <a:gd name="T46" fmla="*/ 147 w 269"/>
                <a:gd name="T47" fmla="*/ 217 h 270"/>
                <a:gd name="T48" fmla="*/ 101 w 269"/>
                <a:gd name="T49" fmla="*/ 208 h 270"/>
                <a:gd name="T50" fmla="*/ 71 w 269"/>
                <a:gd name="T51" fmla="*/ 179 h 270"/>
                <a:gd name="T52" fmla="*/ 62 w 269"/>
                <a:gd name="T53" fmla="*/ 154 h 270"/>
                <a:gd name="T54" fmla="*/ 268 w 269"/>
                <a:gd name="T55" fmla="*/ 154 h 270"/>
                <a:gd name="T56" fmla="*/ 268 w 269"/>
                <a:gd name="T57" fmla="*/ 145 h 270"/>
                <a:gd name="T58" fmla="*/ 269 w 269"/>
                <a:gd name="T59" fmla="*/ 136 h 270"/>
                <a:gd name="T60" fmla="*/ 251 w 269"/>
                <a:gd name="T61" fmla="*/ 6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69" y="87"/>
                  </a:moveTo>
                  <a:lnTo>
                    <a:pt x="69" y="87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7" y="53"/>
                    <a:pt x="121" y="49"/>
                    <a:pt x="136" y="49"/>
                  </a:cubicBezTo>
                  <a:cubicBezTo>
                    <a:pt x="150" y="49"/>
                    <a:pt x="164" y="53"/>
                    <a:pt x="175" y="59"/>
                  </a:cubicBezTo>
                  <a:cubicBezTo>
                    <a:pt x="186" y="66"/>
                    <a:pt x="195" y="75"/>
                    <a:pt x="202" y="86"/>
                  </a:cubicBezTo>
                  <a:cubicBezTo>
                    <a:pt x="206" y="94"/>
                    <a:pt x="209" y="104"/>
                    <a:pt x="210" y="113"/>
                  </a:cubicBezTo>
                  <a:lnTo>
                    <a:pt x="61" y="113"/>
                  </a:lnTo>
                  <a:cubicBezTo>
                    <a:pt x="63" y="104"/>
                    <a:pt x="65" y="94"/>
                    <a:pt x="69" y="87"/>
                  </a:cubicBezTo>
                  <a:close/>
                  <a:moveTo>
                    <a:pt x="251" y="64"/>
                  </a:moveTo>
                  <a:lnTo>
                    <a:pt x="251" y="64"/>
                  </a:lnTo>
                  <a:cubicBezTo>
                    <a:pt x="240" y="44"/>
                    <a:pt x="224" y="28"/>
                    <a:pt x="204" y="17"/>
                  </a:cubicBezTo>
                  <a:cubicBezTo>
                    <a:pt x="184" y="6"/>
                    <a:pt x="161" y="0"/>
                    <a:pt x="136" y="0"/>
                  </a:cubicBezTo>
                  <a:cubicBezTo>
                    <a:pt x="109" y="0"/>
                    <a:pt x="86" y="6"/>
                    <a:pt x="66" y="17"/>
                  </a:cubicBezTo>
                  <a:cubicBezTo>
                    <a:pt x="45" y="29"/>
                    <a:pt x="29" y="45"/>
                    <a:pt x="17" y="65"/>
                  </a:cubicBezTo>
                  <a:cubicBezTo>
                    <a:pt x="6" y="85"/>
                    <a:pt x="0" y="108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4"/>
                    <a:pt x="47" y="240"/>
                    <a:pt x="68" y="252"/>
                  </a:cubicBezTo>
                  <a:cubicBezTo>
                    <a:pt x="90" y="264"/>
                    <a:pt x="116" y="270"/>
                    <a:pt x="145" y="270"/>
                  </a:cubicBezTo>
                  <a:cubicBezTo>
                    <a:pt x="168" y="270"/>
                    <a:pt x="188" y="266"/>
                    <a:pt x="206" y="258"/>
                  </a:cubicBezTo>
                  <a:cubicBezTo>
                    <a:pt x="224" y="251"/>
                    <a:pt x="239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8" y="206"/>
                    <a:pt x="186" y="210"/>
                  </a:cubicBezTo>
                  <a:cubicBezTo>
                    <a:pt x="175" y="215"/>
                    <a:pt x="161" y="217"/>
                    <a:pt x="147" y="217"/>
                  </a:cubicBezTo>
                  <a:cubicBezTo>
                    <a:pt x="129" y="217"/>
                    <a:pt x="114" y="214"/>
                    <a:pt x="101" y="208"/>
                  </a:cubicBezTo>
                  <a:cubicBezTo>
                    <a:pt x="88" y="201"/>
                    <a:pt x="78" y="192"/>
                    <a:pt x="71" y="179"/>
                  </a:cubicBezTo>
                  <a:cubicBezTo>
                    <a:pt x="66" y="172"/>
                    <a:pt x="63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8" y="148"/>
                    <a:pt x="268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8"/>
                    <a:pt x="263" y="85"/>
                    <a:pt x="251" y="6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7F829A54-E86C-47AC-A103-84A0ABBF42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61463" y="1901843"/>
              <a:ext cx="669926" cy="688982"/>
            </a:xfrm>
            <a:custGeom>
              <a:avLst/>
              <a:gdLst>
                <a:gd name="T0" fmla="*/ 703 w 703"/>
                <a:gd name="T1" fmla="*/ 723 h 723"/>
                <a:gd name="T2" fmla="*/ 703 w 703"/>
                <a:gd name="T3" fmla="*/ 723 h 723"/>
                <a:gd name="T4" fmla="*/ 0 w 703"/>
                <a:gd name="T5" fmla="*/ 723 h 723"/>
                <a:gd name="T6" fmla="*/ 0 w 703"/>
                <a:gd name="T7" fmla="*/ 0 h 723"/>
                <a:gd name="T8" fmla="*/ 703 w 703"/>
                <a:gd name="T9" fmla="*/ 0 h 723"/>
                <a:gd name="T10" fmla="*/ 703 w 703"/>
                <a:gd name="T11" fmla="*/ 723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3" h="723">
                  <a:moveTo>
                    <a:pt x="703" y="723"/>
                  </a:moveTo>
                  <a:lnTo>
                    <a:pt x="703" y="723"/>
                  </a:lnTo>
                  <a:lnTo>
                    <a:pt x="0" y="723"/>
                  </a:lnTo>
                  <a:lnTo>
                    <a:pt x="0" y="0"/>
                  </a:lnTo>
                  <a:lnTo>
                    <a:pt x="703" y="0"/>
                  </a:lnTo>
                  <a:lnTo>
                    <a:pt x="703" y="723"/>
                  </a:lnTo>
                  <a:close/>
                </a:path>
              </a:pathLst>
            </a:custGeom>
            <a:solidFill>
              <a:srgbClr val="FD285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E4B79DBF-3363-4CDD-AEA2-7102E54D5A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4676" y="2100282"/>
              <a:ext cx="60325" cy="330203"/>
            </a:xfrm>
            <a:custGeom>
              <a:avLst/>
              <a:gdLst>
                <a:gd name="T0" fmla="*/ 0 w 64"/>
                <a:gd name="T1" fmla="*/ 345 h 345"/>
                <a:gd name="T2" fmla="*/ 0 w 64"/>
                <a:gd name="T3" fmla="*/ 345 h 345"/>
                <a:gd name="T4" fmla="*/ 64 w 64"/>
                <a:gd name="T5" fmla="*/ 345 h 345"/>
                <a:gd name="T6" fmla="*/ 64 w 64"/>
                <a:gd name="T7" fmla="*/ 0 h 345"/>
                <a:gd name="T8" fmla="*/ 0 w 64"/>
                <a:gd name="T9" fmla="*/ 0 h 345"/>
                <a:gd name="T10" fmla="*/ 0 w 64"/>
                <a:gd name="T11" fmla="*/ 345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45">
                  <a:moveTo>
                    <a:pt x="0" y="345"/>
                  </a:moveTo>
                  <a:lnTo>
                    <a:pt x="0" y="345"/>
                  </a:lnTo>
                  <a:lnTo>
                    <a:pt x="64" y="345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354D1077-041C-4A10-94E9-AA9FC6666B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85326" y="2176483"/>
              <a:ext cx="246063" cy="254003"/>
            </a:xfrm>
            <a:custGeom>
              <a:avLst/>
              <a:gdLst>
                <a:gd name="T0" fmla="*/ 245 w 259"/>
                <a:gd name="T1" fmla="*/ 50 h 266"/>
                <a:gd name="T2" fmla="*/ 245 w 259"/>
                <a:gd name="T3" fmla="*/ 50 h 266"/>
                <a:gd name="T4" fmla="*/ 206 w 259"/>
                <a:gd name="T5" fmla="*/ 12 h 266"/>
                <a:gd name="T6" fmla="*/ 149 w 259"/>
                <a:gd name="T7" fmla="*/ 0 h 266"/>
                <a:gd name="T8" fmla="*/ 89 w 259"/>
                <a:gd name="T9" fmla="*/ 13 h 266"/>
                <a:gd name="T10" fmla="*/ 59 w 259"/>
                <a:gd name="T11" fmla="*/ 37 h 266"/>
                <a:gd name="T12" fmla="*/ 59 w 259"/>
                <a:gd name="T13" fmla="*/ 3 h 266"/>
                <a:gd name="T14" fmla="*/ 0 w 259"/>
                <a:gd name="T15" fmla="*/ 3 h 266"/>
                <a:gd name="T16" fmla="*/ 0 w 259"/>
                <a:gd name="T17" fmla="*/ 266 h 266"/>
                <a:gd name="T18" fmla="*/ 62 w 259"/>
                <a:gd name="T19" fmla="*/ 266 h 266"/>
                <a:gd name="T20" fmla="*/ 62 w 259"/>
                <a:gd name="T21" fmla="*/ 133 h 266"/>
                <a:gd name="T22" fmla="*/ 71 w 259"/>
                <a:gd name="T23" fmla="*/ 89 h 266"/>
                <a:gd name="T24" fmla="*/ 97 w 259"/>
                <a:gd name="T25" fmla="*/ 62 h 266"/>
                <a:gd name="T26" fmla="*/ 135 w 259"/>
                <a:gd name="T27" fmla="*/ 54 h 266"/>
                <a:gd name="T28" fmla="*/ 181 w 259"/>
                <a:gd name="T29" fmla="*/ 71 h 266"/>
                <a:gd name="T30" fmla="*/ 198 w 259"/>
                <a:gd name="T31" fmla="*/ 123 h 266"/>
                <a:gd name="T32" fmla="*/ 198 w 259"/>
                <a:gd name="T33" fmla="*/ 266 h 266"/>
                <a:gd name="T34" fmla="*/ 259 w 259"/>
                <a:gd name="T35" fmla="*/ 266 h 266"/>
                <a:gd name="T36" fmla="*/ 259 w 259"/>
                <a:gd name="T37" fmla="*/ 115 h 266"/>
                <a:gd name="T38" fmla="*/ 245 w 259"/>
                <a:gd name="T39" fmla="*/ 5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" h="266">
                  <a:moveTo>
                    <a:pt x="245" y="50"/>
                  </a:moveTo>
                  <a:lnTo>
                    <a:pt x="245" y="50"/>
                  </a:lnTo>
                  <a:cubicBezTo>
                    <a:pt x="235" y="33"/>
                    <a:pt x="222" y="20"/>
                    <a:pt x="206" y="12"/>
                  </a:cubicBezTo>
                  <a:cubicBezTo>
                    <a:pt x="189" y="4"/>
                    <a:pt x="170" y="0"/>
                    <a:pt x="149" y="0"/>
                  </a:cubicBezTo>
                  <a:cubicBezTo>
                    <a:pt x="126" y="0"/>
                    <a:pt x="106" y="4"/>
                    <a:pt x="89" y="13"/>
                  </a:cubicBezTo>
                  <a:cubicBezTo>
                    <a:pt x="77" y="20"/>
                    <a:pt x="67" y="28"/>
                    <a:pt x="59" y="37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3"/>
                  </a:lnTo>
                  <a:cubicBezTo>
                    <a:pt x="62" y="115"/>
                    <a:pt x="65" y="100"/>
                    <a:pt x="71" y="89"/>
                  </a:cubicBezTo>
                  <a:cubicBezTo>
                    <a:pt x="77" y="77"/>
                    <a:pt x="86" y="68"/>
                    <a:pt x="97" y="62"/>
                  </a:cubicBezTo>
                  <a:cubicBezTo>
                    <a:pt x="108" y="56"/>
                    <a:pt x="121" y="54"/>
                    <a:pt x="135" y="54"/>
                  </a:cubicBezTo>
                  <a:cubicBezTo>
                    <a:pt x="155" y="54"/>
                    <a:pt x="170" y="59"/>
                    <a:pt x="181" y="71"/>
                  </a:cubicBezTo>
                  <a:cubicBezTo>
                    <a:pt x="192" y="82"/>
                    <a:pt x="198" y="100"/>
                    <a:pt x="198" y="123"/>
                  </a:cubicBezTo>
                  <a:lnTo>
                    <a:pt x="198" y="266"/>
                  </a:lnTo>
                  <a:lnTo>
                    <a:pt x="259" y="266"/>
                  </a:lnTo>
                  <a:lnTo>
                    <a:pt x="259" y="115"/>
                  </a:lnTo>
                  <a:cubicBezTo>
                    <a:pt x="259" y="89"/>
                    <a:pt x="254" y="67"/>
                    <a:pt x="245" y="5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10946B1A-5FDC-401B-A39E-AAE6371C83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53614" y="2124095"/>
              <a:ext cx="184150" cy="307978"/>
            </a:xfrm>
            <a:custGeom>
              <a:avLst/>
              <a:gdLst>
                <a:gd name="T0" fmla="*/ 142 w 193"/>
                <a:gd name="T1" fmla="*/ 274 h 324"/>
                <a:gd name="T2" fmla="*/ 142 w 193"/>
                <a:gd name="T3" fmla="*/ 274 h 324"/>
                <a:gd name="T4" fmla="*/ 115 w 193"/>
                <a:gd name="T5" fmla="*/ 263 h 324"/>
                <a:gd name="T6" fmla="*/ 105 w 193"/>
                <a:gd name="T7" fmla="*/ 234 h 324"/>
                <a:gd name="T8" fmla="*/ 105 w 193"/>
                <a:gd name="T9" fmla="*/ 109 h 324"/>
                <a:gd name="T10" fmla="*/ 176 w 193"/>
                <a:gd name="T11" fmla="*/ 109 h 324"/>
                <a:gd name="T12" fmla="*/ 176 w 193"/>
                <a:gd name="T13" fmla="*/ 60 h 324"/>
                <a:gd name="T14" fmla="*/ 105 w 193"/>
                <a:gd name="T15" fmla="*/ 60 h 324"/>
                <a:gd name="T16" fmla="*/ 105 w 193"/>
                <a:gd name="T17" fmla="*/ 0 h 324"/>
                <a:gd name="T18" fmla="*/ 44 w 193"/>
                <a:gd name="T19" fmla="*/ 0 h 324"/>
                <a:gd name="T20" fmla="*/ 44 w 193"/>
                <a:gd name="T21" fmla="*/ 60 h 324"/>
                <a:gd name="T22" fmla="*/ 0 w 193"/>
                <a:gd name="T23" fmla="*/ 60 h 324"/>
                <a:gd name="T24" fmla="*/ 0 w 193"/>
                <a:gd name="T25" fmla="*/ 109 h 324"/>
                <a:gd name="T26" fmla="*/ 44 w 193"/>
                <a:gd name="T27" fmla="*/ 109 h 324"/>
                <a:gd name="T28" fmla="*/ 44 w 193"/>
                <a:gd name="T29" fmla="*/ 236 h 324"/>
                <a:gd name="T30" fmla="*/ 67 w 193"/>
                <a:gd name="T31" fmla="*/ 302 h 324"/>
                <a:gd name="T32" fmla="*/ 134 w 193"/>
                <a:gd name="T33" fmla="*/ 324 h 324"/>
                <a:gd name="T34" fmla="*/ 167 w 193"/>
                <a:gd name="T35" fmla="*/ 320 h 324"/>
                <a:gd name="T36" fmla="*/ 193 w 193"/>
                <a:gd name="T37" fmla="*/ 307 h 324"/>
                <a:gd name="T38" fmla="*/ 176 w 193"/>
                <a:gd name="T39" fmla="*/ 263 h 324"/>
                <a:gd name="T40" fmla="*/ 142 w 193"/>
                <a:gd name="T41" fmla="*/ 27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4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0"/>
                    <a:pt x="115" y="263"/>
                  </a:cubicBezTo>
                  <a:cubicBezTo>
                    <a:pt x="109" y="256"/>
                    <a:pt x="105" y="247"/>
                    <a:pt x="105" y="234"/>
                  </a:cubicBezTo>
                  <a:lnTo>
                    <a:pt x="105" y="109"/>
                  </a:lnTo>
                  <a:lnTo>
                    <a:pt x="176" y="109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09"/>
                  </a:lnTo>
                  <a:lnTo>
                    <a:pt x="44" y="109"/>
                  </a:lnTo>
                  <a:lnTo>
                    <a:pt x="44" y="236"/>
                  </a:lnTo>
                  <a:cubicBezTo>
                    <a:pt x="44" y="265"/>
                    <a:pt x="52" y="287"/>
                    <a:pt x="67" y="302"/>
                  </a:cubicBezTo>
                  <a:cubicBezTo>
                    <a:pt x="83" y="317"/>
                    <a:pt x="105" y="324"/>
                    <a:pt x="134" y="324"/>
                  </a:cubicBezTo>
                  <a:cubicBezTo>
                    <a:pt x="146" y="324"/>
                    <a:pt x="156" y="323"/>
                    <a:pt x="167" y="320"/>
                  </a:cubicBezTo>
                  <a:cubicBezTo>
                    <a:pt x="177" y="317"/>
                    <a:pt x="186" y="312"/>
                    <a:pt x="193" y="307"/>
                  </a:cubicBezTo>
                  <a:lnTo>
                    <a:pt x="176" y="263"/>
                  </a:lnTo>
                  <a:cubicBezTo>
                    <a:pt x="167" y="270"/>
                    <a:pt x="156" y="274"/>
                    <a:pt x="142" y="2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6BA4365D-ED1A-4ECE-BB6E-13B1AE4E51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42527" y="2176483"/>
              <a:ext cx="257175" cy="255590"/>
            </a:xfrm>
            <a:custGeom>
              <a:avLst/>
              <a:gdLst>
                <a:gd name="T0" fmla="*/ 70 w 269"/>
                <a:gd name="T1" fmla="*/ 86 h 269"/>
                <a:gd name="T2" fmla="*/ 70 w 269"/>
                <a:gd name="T3" fmla="*/ 86 h 269"/>
                <a:gd name="T4" fmla="*/ 96 w 269"/>
                <a:gd name="T5" fmla="*/ 59 h 269"/>
                <a:gd name="T6" fmla="*/ 136 w 269"/>
                <a:gd name="T7" fmla="*/ 49 h 269"/>
                <a:gd name="T8" fmla="*/ 175 w 269"/>
                <a:gd name="T9" fmla="*/ 59 h 269"/>
                <a:gd name="T10" fmla="*/ 202 w 269"/>
                <a:gd name="T11" fmla="*/ 86 h 269"/>
                <a:gd name="T12" fmla="*/ 210 w 269"/>
                <a:gd name="T13" fmla="*/ 113 h 269"/>
                <a:gd name="T14" fmla="*/ 62 w 269"/>
                <a:gd name="T15" fmla="*/ 113 h 269"/>
                <a:gd name="T16" fmla="*/ 70 w 269"/>
                <a:gd name="T17" fmla="*/ 86 h 269"/>
                <a:gd name="T18" fmla="*/ 204 w 269"/>
                <a:gd name="T19" fmla="*/ 17 h 269"/>
                <a:gd name="T20" fmla="*/ 204 w 269"/>
                <a:gd name="T21" fmla="*/ 17 h 269"/>
                <a:gd name="T22" fmla="*/ 136 w 269"/>
                <a:gd name="T23" fmla="*/ 0 h 269"/>
                <a:gd name="T24" fmla="*/ 66 w 269"/>
                <a:gd name="T25" fmla="*/ 17 h 269"/>
                <a:gd name="T26" fmla="*/ 17 w 269"/>
                <a:gd name="T27" fmla="*/ 65 h 269"/>
                <a:gd name="T28" fmla="*/ 0 w 269"/>
                <a:gd name="T29" fmla="*/ 134 h 269"/>
                <a:gd name="T30" fmla="*/ 18 w 269"/>
                <a:gd name="T31" fmla="*/ 204 h 269"/>
                <a:gd name="T32" fmla="*/ 69 w 269"/>
                <a:gd name="T33" fmla="*/ 252 h 269"/>
                <a:gd name="T34" fmla="*/ 145 w 269"/>
                <a:gd name="T35" fmla="*/ 269 h 269"/>
                <a:gd name="T36" fmla="*/ 206 w 269"/>
                <a:gd name="T37" fmla="*/ 258 h 269"/>
                <a:gd name="T38" fmla="*/ 251 w 269"/>
                <a:gd name="T39" fmla="*/ 226 h 269"/>
                <a:gd name="T40" fmla="*/ 218 w 269"/>
                <a:gd name="T41" fmla="*/ 188 h 269"/>
                <a:gd name="T42" fmla="*/ 187 w 269"/>
                <a:gd name="T43" fmla="*/ 210 h 269"/>
                <a:gd name="T44" fmla="*/ 147 w 269"/>
                <a:gd name="T45" fmla="*/ 217 h 269"/>
                <a:gd name="T46" fmla="*/ 101 w 269"/>
                <a:gd name="T47" fmla="*/ 207 h 269"/>
                <a:gd name="T48" fmla="*/ 71 w 269"/>
                <a:gd name="T49" fmla="*/ 179 h 269"/>
                <a:gd name="T50" fmla="*/ 62 w 269"/>
                <a:gd name="T51" fmla="*/ 154 h 269"/>
                <a:gd name="T52" fmla="*/ 268 w 269"/>
                <a:gd name="T53" fmla="*/ 154 h 269"/>
                <a:gd name="T54" fmla="*/ 269 w 269"/>
                <a:gd name="T55" fmla="*/ 145 h 269"/>
                <a:gd name="T56" fmla="*/ 269 w 269"/>
                <a:gd name="T57" fmla="*/ 136 h 269"/>
                <a:gd name="T58" fmla="*/ 252 w 269"/>
                <a:gd name="T59" fmla="*/ 64 h 269"/>
                <a:gd name="T60" fmla="*/ 204 w 269"/>
                <a:gd name="T61" fmla="*/ 17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69">
                  <a:moveTo>
                    <a:pt x="70" y="86"/>
                  </a:moveTo>
                  <a:lnTo>
                    <a:pt x="70" y="86"/>
                  </a:lnTo>
                  <a:cubicBezTo>
                    <a:pt x="76" y="75"/>
                    <a:pt x="85" y="66"/>
                    <a:pt x="96" y="59"/>
                  </a:cubicBezTo>
                  <a:cubicBezTo>
                    <a:pt x="107" y="52"/>
                    <a:pt x="121" y="49"/>
                    <a:pt x="136" y="49"/>
                  </a:cubicBezTo>
                  <a:cubicBezTo>
                    <a:pt x="151" y="49"/>
                    <a:pt x="164" y="52"/>
                    <a:pt x="175" y="59"/>
                  </a:cubicBezTo>
                  <a:cubicBezTo>
                    <a:pt x="186" y="66"/>
                    <a:pt x="195" y="75"/>
                    <a:pt x="202" y="86"/>
                  </a:cubicBezTo>
                  <a:cubicBezTo>
                    <a:pt x="206" y="94"/>
                    <a:pt x="209" y="103"/>
                    <a:pt x="210" y="113"/>
                  </a:cubicBezTo>
                  <a:lnTo>
                    <a:pt x="62" y="113"/>
                  </a:lnTo>
                  <a:cubicBezTo>
                    <a:pt x="63" y="103"/>
                    <a:pt x="65" y="94"/>
                    <a:pt x="70" y="86"/>
                  </a:cubicBezTo>
                  <a:close/>
                  <a:moveTo>
                    <a:pt x="204" y="17"/>
                  </a:moveTo>
                  <a:lnTo>
                    <a:pt x="204" y="17"/>
                  </a:lnTo>
                  <a:cubicBezTo>
                    <a:pt x="184" y="5"/>
                    <a:pt x="161" y="0"/>
                    <a:pt x="136" y="0"/>
                  </a:cubicBezTo>
                  <a:cubicBezTo>
                    <a:pt x="110" y="0"/>
                    <a:pt x="86" y="6"/>
                    <a:pt x="66" y="17"/>
                  </a:cubicBezTo>
                  <a:cubicBezTo>
                    <a:pt x="45" y="29"/>
                    <a:pt x="29" y="44"/>
                    <a:pt x="17" y="65"/>
                  </a:cubicBezTo>
                  <a:cubicBezTo>
                    <a:pt x="6" y="85"/>
                    <a:pt x="0" y="108"/>
                    <a:pt x="0" y="134"/>
                  </a:cubicBezTo>
                  <a:cubicBezTo>
                    <a:pt x="0" y="160"/>
                    <a:pt x="6" y="183"/>
                    <a:pt x="18" y="204"/>
                  </a:cubicBezTo>
                  <a:cubicBezTo>
                    <a:pt x="30" y="224"/>
                    <a:pt x="47" y="240"/>
                    <a:pt x="69" y="252"/>
                  </a:cubicBezTo>
                  <a:cubicBezTo>
                    <a:pt x="90" y="263"/>
                    <a:pt x="116" y="269"/>
                    <a:pt x="145" y="269"/>
                  </a:cubicBezTo>
                  <a:cubicBezTo>
                    <a:pt x="168" y="269"/>
                    <a:pt x="189" y="266"/>
                    <a:pt x="206" y="258"/>
                  </a:cubicBezTo>
                  <a:cubicBezTo>
                    <a:pt x="224" y="251"/>
                    <a:pt x="239" y="240"/>
                    <a:pt x="251" y="226"/>
                  </a:cubicBezTo>
                  <a:lnTo>
                    <a:pt x="218" y="188"/>
                  </a:lnTo>
                  <a:cubicBezTo>
                    <a:pt x="209" y="198"/>
                    <a:pt x="198" y="206"/>
                    <a:pt x="187" y="210"/>
                  </a:cubicBezTo>
                  <a:cubicBezTo>
                    <a:pt x="175" y="215"/>
                    <a:pt x="161" y="217"/>
                    <a:pt x="147" y="217"/>
                  </a:cubicBezTo>
                  <a:cubicBezTo>
                    <a:pt x="130" y="217"/>
                    <a:pt x="114" y="214"/>
                    <a:pt x="101" y="207"/>
                  </a:cubicBezTo>
                  <a:cubicBezTo>
                    <a:pt x="88" y="201"/>
                    <a:pt x="78" y="191"/>
                    <a:pt x="71" y="179"/>
                  </a:cubicBezTo>
                  <a:cubicBezTo>
                    <a:pt x="66" y="171"/>
                    <a:pt x="63" y="163"/>
                    <a:pt x="62" y="154"/>
                  </a:cubicBezTo>
                  <a:lnTo>
                    <a:pt x="268" y="154"/>
                  </a:lnTo>
                  <a:cubicBezTo>
                    <a:pt x="268" y="151"/>
                    <a:pt x="268" y="148"/>
                    <a:pt x="269" y="145"/>
                  </a:cubicBezTo>
                  <a:cubicBezTo>
                    <a:pt x="269" y="141"/>
                    <a:pt x="269" y="138"/>
                    <a:pt x="269" y="136"/>
                  </a:cubicBezTo>
                  <a:cubicBezTo>
                    <a:pt x="269" y="108"/>
                    <a:pt x="263" y="84"/>
                    <a:pt x="252" y="64"/>
                  </a:cubicBezTo>
                  <a:cubicBezTo>
                    <a:pt x="240" y="44"/>
                    <a:pt x="224" y="28"/>
                    <a:pt x="204" y="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E750F063-7F64-4DE7-AC93-42F7DB7EC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20340" y="2176483"/>
              <a:ext cx="269875" cy="347666"/>
            </a:xfrm>
            <a:custGeom>
              <a:avLst/>
              <a:gdLst>
                <a:gd name="T0" fmla="*/ 212 w 283"/>
                <a:gd name="T1" fmla="*/ 166 h 365"/>
                <a:gd name="T2" fmla="*/ 212 w 283"/>
                <a:gd name="T3" fmla="*/ 166 h 365"/>
                <a:gd name="T4" fmla="*/ 184 w 283"/>
                <a:gd name="T5" fmla="*/ 192 h 365"/>
                <a:gd name="T6" fmla="*/ 143 w 283"/>
                <a:gd name="T7" fmla="*/ 202 h 365"/>
                <a:gd name="T8" fmla="*/ 101 w 283"/>
                <a:gd name="T9" fmla="*/ 192 h 365"/>
                <a:gd name="T10" fmla="*/ 73 w 283"/>
                <a:gd name="T11" fmla="*/ 166 h 365"/>
                <a:gd name="T12" fmla="*/ 63 w 283"/>
                <a:gd name="T13" fmla="*/ 126 h 365"/>
                <a:gd name="T14" fmla="*/ 73 w 283"/>
                <a:gd name="T15" fmla="*/ 87 h 365"/>
                <a:gd name="T16" fmla="*/ 101 w 283"/>
                <a:gd name="T17" fmla="*/ 61 h 365"/>
                <a:gd name="T18" fmla="*/ 143 w 283"/>
                <a:gd name="T19" fmla="*/ 52 h 365"/>
                <a:gd name="T20" fmla="*/ 184 w 283"/>
                <a:gd name="T21" fmla="*/ 61 h 365"/>
                <a:gd name="T22" fmla="*/ 212 w 283"/>
                <a:gd name="T23" fmla="*/ 87 h 365"/>
                <a:gd name="T24" fmla="*/ 223 w 283"/>
                <a:gd name="T25" fmla="*/ 126 h 365"/>
                <a:gd name="T26" fmla="*/ 212 w 283"/>
                <a:gd name="T27" fmla="*/ 166 h 365"/>
                <a:gd name="T28" fmla="*/ 225 w 283"/>
                <a:gd name="T29" fmla="*/ 38 h 365"/>
                <a:gd name="T30" fmla="*/ 225 w 283"/>
                <a:gd name="T31" fmla="*/ 38 h 365"/>
                <a:gd name="T32" fmla="*/ 194 w 283"/>
                <a:gd name="T33" fmla="*/ 13 h 365"/>
                <a:gd name="T34" fmla="*/ 133 w 283"/>
                <a:gd name="T35" fmla="*/ 0 h 365"/>
                <a:gd name="T36" fmla="*/ 66 w 283"/>
                <a:gd name="T37" fmla="*/ 16 h 365"/>
                <a:gd name="T38" fmla="*/ 18 w 283"/>
                <a:gd name="T39" fmla="*/ 60 h 365"/>
                <a:gd name="T40" fmla="*/ 0 w 283"/>
                <a:gd name="T41" fmla="*/ 126 h 365"/>
                <a:gd name="T42" fmla="*/ 18 w 283"/>
                <a:gd name="T43" fmla="*/ 193 h 365"/>
                <a:gd name="T44" fmla="*/ 66 w 283"/>
                <a:gd name="T45" fmla="*/ 238 h 365"/>
                <a:gd name="T46" fmla="*/ 133 w 283"/>
                <a:gd name="T47" fmla="*/ 254 h 365"/>
                <a:gd name="T48" fmla="*/ 194 w 283"/>
                <a:gd name="T49" fmla="*/ 240 h 365"/>
                <a:gd name="T50" fmla="*/ 222 w 283"/>
                <a:gd name="T51" fmla="*/ 219 h 365"/>
                <a:gd name="T52" fmla="*/ 222 w 283"/>
                <a:gd name="T53" fmla="*/ 233 h 365"/>
                <a:gd name="T54" fmla="*/ 201 w 283"/>
                <a:gd name="T55" fmla="*/ 293 h 365"/>
                <a:gd name="T56" fmla="*/ 138 w 283"/>
                <a:gd name="T57" fmla="*/ 313 h 365"/>
                <a:gd name="T58" fmla="*/ 84 w 283"/>
                <a:gd name="T59" fmla="*/ 304 h 365"/>
                <a:gd name="T60" fmla="*/ 41 w 283"/>
                <a:gd name="T61" fmla="*/ 281 h 365"/>
                <a:gd name="T62" fmla="*/ 13 w 283"/>
                <a:gd name="T63" fmla="*/ 327 h 365"/>
                <a:gd name="T64" fmla="*/ 70 w 283"/>
                <a:gd name="T65" fmla="*/ 355 h 365"/>
                <a:gd name="T66" fmla="*/ 141 w 283"/>
                <a:gd name="T67" fmla="*/ 365 h 365"/>
                <a:gd name="T68" fmla="*/ 247 w 283"/>
                <a:gd name="T69" fmla="*/ 331 h 365"/>
                <a:gd name="T70" fmla="*/ 283 w 283"/>
                <a:gd name="T71" fmla="*/ 226 h 365"/>
                <a:gd name="T72" fmla="*/ 283 w 283"/>
                <a:gd name="T73" fmla="*/ 3 h 365"/>
                <a:gd name="T74" fmla="*/ 225 w 283"/>
                <a:gd name="T75" fmla="*/ 3 h 365"/>
                <a:gd name="T76" fmla="*/ 225 w 283"/>
                <a:gd name="T77" fmla="*/ 3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3" h="365">
                  <a:moveTo>
                    <a:pt x="212" y="166"/>
                  </a:moveTo>
                  <a:lnTo>
                    <a:pt x="212" y="166"/>
                  </a:lnTo>
                  <a:cubicBezTo>
                    <a:pt x="206" y="177"/>
                    <a:pt x="196" y="186"/>
                    <a:pt x="184" y="192"/>
                  </a:cubicBezTo>
                  <a:cubicBezTo>
                    <a:pt x="172" y="199"/>
                    <a:pt x="158" y="202"/>
                    <a:pt x="143" y="202"/>
                  </a:cubicBezTo>
                  <a:cubicBezTo>
                    <a:pt x="127" y="202"/>
                    <a:pt x="113" y="199"/>
                    <a:pt x="101" y="192"/>
                  </a:cubicBezTo>
                  <a:cubicBezTo>
                    <a:pt x="89" y="186"/>
                    <a:pt x="79" y="177"/>
                    <a:pt x="73" y="166"/>
                  </a:cubicBezTo>
                  <a:cubicBezTo>
                    <a:pt x="66" y="154"/>
                    <a:pt x="63" y="141"/>
                    <a:pt x="63" y="126"/>
                  </a:cubicBezTo>
                  <a:cubicBezTo>
                    <a:pt x="63" y="112"/>
                    <a:pt x="66" y="99"/>
                    <a:pt x="73" y="87"/>
                  </a:cubicBezTo>
                  <a:cubicBezTo>
                    <a:pt x="79" y="76"/>
                    <a:pt x="89" y="67"/>
                    <a:pt x="101" y="61"/>
                  </a:cubicBezTo>
                  <a:cubicBezTo>
                    <a:pt x="113" y="55"/>
                    <a:pt x="127" y="52"/>
                    <a:pt x="143" y="52"/>
                  </a:cubicBezTo>
                  <a:cubicBezTo>
                    <a:pt x="158" y="52"/>
                    <a:pt x="172" y="55"/>
                    <a:pt x="184" y="61"/>
                  </a:cubicBezTo>
                  <a:cubicBezTo>
                    <a:pt x="196" y="67"/>
                    <a:pt x="206" y="76"/>
                    <a:pt x="212" y="87"/>
                  </a:cubicBezTo>
                  <a:cubicBezTo>
                    <a:pt x="219" y="99"/>
                    <a:pt x="223" y="112"/>
                    <a:pt x="223" y="126"/>
                  </a:cubicBezTo>
                  <a:cubicBezTo>
                    <a:pt x="223" y="141"/>
                    <a:pt x="219" y="154"/>
                    <a:pt x="212" y="166"/>
                  </a:cubicBezTo>
                  <a:close/>
                  <a:moveTo>
                    <a:pt x="225" y="38"/>
                  </a:moveTo>
                  <a:lnTo>
                    <a:pt x="225" y="38"/>
                  </a:lnTo>
                  <a:cubicBezTo>
                    <a:pt x="216" y="28"/>
                    <a:pt x="206" y="19"/>
                    <a:pt x="194" y="13"/>
                  </a:cubicBezTo>
                  <a:cubicBezTo>
                    <a:pt x="176" y="4"/>
                    <a:pt x="156" y="0"/>
                    <a:pt x="133" y="0"/>
                  </a:cubicBezTo>
                  <a:cubicBezTo>
                    <a:pt x="108" y="0"/>
                    <a:pt x="86" y="5"/>
                    <a:pt x="66" y="16"/>
                  </a:cubicBezTo>
                  <a:cubicBezTo>
                    <a:pt x="46" y="26"/>
                    <a:pt x="30" y="41"/>
                    <a:pt x="18" y="60"/>
                  </a:cubicBezTo>
                  <a:cubicBezTo>
                    <a:pt x="6" y="79"/>
                    <a:pt x="0" y="101"/>
                    <a:pt x="0" y="126"/>
                  </a:cubicBezTo>
                  <a:cubicBezTo>
                    <a:pt x="0" y="152"/>
                    <a:pt x="6" y="174"/>
                    <a:pt x="18" y="193"/>
                  </a:cubicBezTo>
                  <a:cubicBezTo>
                    <a:pt x="30" y="212"/>
                    <a:pt x="46" y="227"/>
                    <a:pt x="66" y="238"/>
                  </a:cubicBezTo>
                  <a:cubicBezTo>
                    <a:pt x="86" y="249"/>
                    <a:pt x="108" y="254"/>
                    <a:pt x="133" y="254"/>
                  </a:cubicBezTo>
                  <a:cubicBezTo>
                    <a:pt x="156" y="254"/>
                    <a:pt x="176" y="249"/>
                    <a:pt x="194" y="240"/>
                  </a:cubicBezTo>
                  <a:cubicBezTo>
                    <a:pt x="204" y="235"/>
                    <a:pt x="213" y="228"/>
                    <a:pt x="222" y="219"/>
                  </a:cubicBezTo>
                  <a:lnTo>
                    <a:pt x="222" y="233"/>
                  </a:lnTo>
                  <a:cubicBezTo>
                    <a:pt x="222" y="259"/>
                    <a:pt x="215" y="279"/>
                    <a:pt x="201" y="293"/>
                  </a:cubicBezTo>
                  <a:cubicBezTo>
                    <a:pt x="188" y="306"/>
                    <a:pt x="167" y="313"/>
                    <a:pt x="138" y="313"/>
                  </a:cubicBezTo>
                  <a:cubicBezTo>
                    <a:pt x="120" y="313"/>
                    <a:pt x="102" y="310"/>
                    <a:pt x="84" y="304"/>
                  </a:cubicBezTo>
                  <a:cubicBezTo>
                    <a:pt x="67" y="298"/>
                    <a:pt x="52" y="291"/>
                    <a:pt x="41" y="281"/>
                  </a:cubicBezTo>
                  <a:lnTo>
                    <a:pt x="13" y="327"/>
                  </a:lnTo>
                  <a:cubicBezTo>
                    <a:pt x="28" y="340"/>
                    <a:pt x="47" y="349"/>
                    <a:pt x="70" y="355"/>
                  </a:cubicBezTo>
                  <a:cubicBezTo>
                    <a:pt x="93" y="362"/>
                    <a:pt x="117" y="365"/>
                    <a:pt x="141" y="365"/>
                  </a:cubicBezTo>
                  <a:cubicBezTo>
                    <a:pt x="187" y="365"/>
                    <a:pt x="222" y="354"/>
                    <a:pt x="247" y="331"/>
                  </a:cubicBezTo>
                  <a:cubicBezTo>
                    <a:pt x="271" y="309"/>
                    <a:pt x="283" y="274"/>
                    <a:pt x="283" y="226"/>
                  </a:cubicBezTo>
                  <a:lnTo>
                    <a:pt x="283" y="3"/>
                  </a:lnTo>
                  <a:lnTo>
                    <a:pt x="225" y="3"/>
                  </a:lnTo>
                  <a:lnTo>
                    <a:pt x="225" y="3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0C891D60-546B-46BB-AD67-7A1739DBDE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53715" y="2182833"/>
              <a:ext cx="144463" cy="254003"/>
            </a:xfrm>
            <a:custGeom>
              <a:avLst/>
              <a:gdLst>
                <a:gd name="T0" fmla="*/ 152 w 152"/>
                <a:gd name="T1" fmla="*/ 0 h 266"/>
                <a:gd name="T2" fmla="*/ 152 w 152"/>
                <a:gd name="T3" fmla="*/ 0 h 266"/>
                <a:gd name="T4" fmla="*/ 89 w 152"/>
                <a:gd name="T5" fmla="*/ 14 h 266"/>
                <a:gd name="T6" fmla="*/ 59 w 152"/>
                <a:gd name="T7" fmla="*/ 42 h 266"/>
                <a:gd name="T8" fmla="*/ 59 w 152"/>
                <a:gd name="T9" fmla="*/ 3 h 266"/>
                <a:gd name="T10" fmla="*/ 0 w 152"/>
                <a:gd name="T11" fmla="*/ 3 h 266"/>
                <a:gd name="T12" fmla="*/ 0 w 152"/>
                <a:gd name="T13" fmla="*/ 266 h 266"/>
                <a:gd name="T14" fmla="*/ 62 w 152"/>
                <a:gd name="T15" fmla="*/ 266 h 266"/>
                <a:gd name="T16" fmla="*/ 62 w 152"/>
                <a:gd name="T17" fmla="*/ 139 h 266"/>
                <a:gd name="T18" fmla="*/ 82 w 152"/>
                <a:gd name="T19" fmla="*/ 78 h 266"/>
                <a:gd name="T20" fmla="*/ 138 w 152"/>
                <a:gd name="T21" fmla="*/ 58 h 266"/>
                <a:gd name="T22" fmla="*/ 145 w 152"/>
                <a:gd name="T23" fmla="*/ 58 h 266"/>
                <a:gd name="T24" fmla="*/ 152 w 152"/>
                <a:gd name="T25" fmla="*/ 59 h 266"/>
                <a:gd name="T26" fmla="*/ 152 w 152"/>
                <a:gd name="T27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2" h="266">
                  <a:moveTo>
                    <a:pt x="152" y="0"/>
                  </a:moveTo>
                  <a:lnTo>
                    <a:pt x="152" y="0"/>
                  </a:lnTo>
                  <a:cubicBezTo>
                    <a:pt x="127" y="0"/>
                    <a:pt x="106" y="5"/>
                    <a:pt x="89" y="14"/>
                  </a:cubicBezTo>
                  <a:cubicBezTo>
                    <a:pt x="76" y="21"/>
                    <a:pt x="66" y="30"/>
                    <a:pt x="59" y="42"/>
                  </a:cubicBezTo>
                  <a:lnTo>
                    <a:pt x="59" y="3"/>
                  </a:lnTo>
                  <a:lnTo>
                    <a:pt x="0" y="3"/>
                  </a:lnTo>
                  <a:lnTo>
                    <a:pt x="0" y="266"/>
                  </a:lnTo>
                  <a:lnTo>
                    <a:pt x="62" y="266"/>
                  </a:lnTo>
                  <a:lnTo>
                    <a:pt x="62" y="139"/>
                  </a:lnTo>
                  <a:cubicBezTo>
                    <a:pt x="62" y="112"/>
                    <a:pt x="69" y="92"/>
                    <a:pt x="82" y="78"/>
                  </a:cubicBezTo>
                  <a:cubicBezTo>
                    <a:pt x="96" y="64"/>
                    <a:pt x="115" y="58"/>
                    <a:pt x="138" y="58"/>
                  </a:cubicBezTo>
                  <a:cubicBezTo>
                    <a:pt x="140" y="58"/>
                    <a:pt x="143" y="58"/>
                    <a:pt x="145" y="58"/>
                  </a:cubicBezTo>
                  <a:cubicBezTo>
                    <a:pt x="147" y="58"/>
                    <a:pt x="150" y="58"/>
                    <a:pt x="152" y="59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1859A7E0-E765-4233-A752-60F58F8CD2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698178" y="2182833"/>
              <a:ext cx="228600" cy="257178"/>
            </a:xfrm>
            <a:custGeom>
              <a:avLst/>
              <a:gdLst>
                <a:gd name="T0" fmla="*/ 152 w 239"/>
                <a:gd name="T1" fmla="*/ 215 h 270"/>
                <a:gd name="T2" fmla="*/ 152 w 239"/>
                <a:gd name="T3" fmla="*/ 215 h 270"/>
                <a:gd name="T4" fmla="*/ 111 w 239"/>
                <a:gd name="T5" fmla="*/ 225 h 270"/>
                <a:gd name="T6" fmla="*/ 74 w 239"/>
                <a:gd name="T7" fmla="*/ 215 h 270"/>
                <a:gd name="T8" fmla="*/ 61 w 239"/>
                <a:gd name="T9" fmla="*/ 189 h 270"/>
                <a:gd name="T10" fmla="*/ 72 w 239"/>
                <a:gd name="T11" fmla="*/ 164 h 270"/>
                <a:gd name="T12" fmla="*/ 114 w 239"/>
                <a:gd name="T13" fmla="*/ 154 h 270"/>
                <a:gd name="T14" fmla="*/ 178 w 239"/>
                <a:gd name="T15" fmla="*/ 154 h 270"/>
                <a:gd name="T16" fmla="*/ 178 w 239"/>
                <a:gd name="T17" fmla="*/ 184 h 270"/>
                <a:gd name="T18" fmla="*/ 152 w 239"/>
                <a:gd name="T19" fmla="*/ 215 h 270"/>
                <a:gd name="T20" fmla="*/ 120 w 239"/>
                <a:gd name="T21" fmla="*/ 0 h 270"/>
                <a:gd name="T22" fmla="*/ 120 w 239"/>
                <a:gd name="T23" fmla="*/ 0 h 270"/>
                <a:gd name="T24" fmla="*/ 59 w 239"/>
                <a:gd name="T25" fmla="*/ 9 h 270"/>
                <a:gd name="T26" fmla="*/ 8 w 239"/>
                <a:gd name="T27" fmla="*/ 33 h 270"/>
                <a:gd name="T28" fmla="*/ 32 w 239"/>
                <a:gd name="T29" fmla="*/ 78 h 270"/>
                <a:gd name="T30" fmla="*/ 69 w 239"/>
                <a:gd name="T31" fmla="*/ 59 h 270"/>
                <a:gd name="T32" fmla="*/ 112 w 239"/>
                <a:gd name="T33" fmla="*/ 52 h 270"/>
                <a:gd name="T34" fmla="*/ 161 w 239"/>
                <a:gd name="T35" fmla="*/ 67 h 270"/>
                <a:gd name="T36" fmla="*/ 178 w 239"/>
                <a:gd name="T37" fmla="*/ 109 h 270"/>
                <a:gd name="T38" fmla="*/ 178 w 239"/>
                <a:gd name="T39" fmla="*/ 113 h 270"/>
                <a:gd name="T40" fmla="*/ 110 w 239"/>
                <a:gd name="T41" fmla="*/ 113 h 270"/>
                <a:gd name="T42" fmla="*/ 46 w 239"/>
                <a:gd name="T43" fmla="*/ 123 h 270"/>
                <a:gd name="T44" fmla="*/ 11 w 239"/>
                <a:gd name="T45" fmla="*/ 151 h 270"/>
                <a:gd name="T46" fmla="*/ 0 w 239"/>
                <a:gd name="T47" fmla="*/ 191 h 270"/>
                <a:gd name="T48" fmla="*/ 12 w 239"/>
                <a:gd name="T49" fmla="*/ 232 h 270"/>
                <a:gd name="T50" fmla="*/ 47 w 239"/>
                <a:gd name="T51" fmla="*/ 260 h 270"/>
                <a:gd name="T52" fmla="*/ 98 w 239"/>
                <a:gd name="T53" fmla="*/ 270 h 270"/>
                <a:gd name="T54" fmla="*/ 156 w 239"/>
                <a:gd name="T55" fmla="*/ 257 h 270"/>
                <a:gd name="T56" fmla="*/ 181 w 239"/>
                <a:gd name="T57" fmla="*/ 234 h 270"/>
                <a:gd name="T58" fmla="*/ 181 w 239"/>
                <a:gd name="T59" fmla="*/ 266 h 270"/>
                <a:gd name="T60" fmla="*/ 239 w 239"/>
                <a:gd name="T61" fmla="*/ 266 h 270"/>
                <a:gd name="T62" fmla="*/ 239 w 239"/>
                <a:gd name="T63" fmla="*/ 112 h 270"/>
                <a:gd name="T64" fmla="*/ 208 w 239"/>
                <a:gd name="T65" fmla="*/ 28 h 270"/>
                <a:gd name="T66" fmla="*/ 120 w 239"/>
                <a:gd name="T6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" h="270">
                  <a:moveTo>
                    <a:pt x="152" y="215"/>
                  </a:moveTo>
                  <a:lnTo>
                    <a:pt x="152" y="215"/>
                  </a:lnTo>
                  <a:cubicBezTo>
                    <a:pt x="140" y="222"/>
                    <a:pt x="126" y="225"/>
                    <a:pt x="111" y="225"/>
                  </a:cubicBezTo>
                  <a:cubicBezTo>
                    <a:pt x="95" y="225"/>
                    <a:pt x="83" y="222"/>
                    <a:pt x="74" y="215"/>
                  </a:cubicBezTo>
                  <a:cubicBezTo>
                    <a:pt x="65" y="209"/>
                    <a:pt x="61" y="200"/>
                    <a:pt x="61" y="189"/>
                  </a:cubicBezTo>
                  <a:cubicBezTo>
                    <a:pt x="61" y="179"/>
                    <a:pt x="65" y="170"/>
                    <a:pt x="72" y="164"/>
                  </a:cubicBezTo>
                  <a:cubicBezTo>
                    <a:pt x="79" y="157"/>
                    <a:pt x="93" y="154"/>
                    <a:pt x="114" y="154"/>
                  </a:cubicBezTo>
                  <a:lnTo>
                    <a:pt x="178" y="154"/>
                  </a:lnTo>
                  <a:lnTo>
                    <a:pt x="178" y="184"/>
                  </a:lnTo>
                  <a:cubicBezTo>
                    <a:pt x="172" y="198"/>
                    <a:pt x="164" y="208"/>
                    <a:pt x="152" y="215"/>
                  </a:cubicBezTo>
                  <a:close/>
                  <a:moveTo>
                    <a:pt x="120" y="0"/>
                  </a:moveTo>
                  <a:lnTo>
                    <a:pt x="120" y="0"/>
                  </a:lnTo>
                  <a:cubicBezTo>
                    <a:pt x="99" y="0"/>
                    <a:pt x="78" y="3"/>
                    <a:pt x="59" y="9"/>
                  </a:cubicBezTo>
                  <a:cubicBezTo>
                    <a:pt x="39" y="14"/>
                    <a:pt x="22" y="22"/>
                    <a:pt x="8" y="33"/>
                  </a:cubicBezTo>
                  <a:lnTo>
                    <a:pt x="32" y="78"/>
                  </a:lnTo>
                  <a:cubicBezTo>
                    <a:pt x="42" y="70"/>
                    <a:pt x="54" y="63"/>
                    <a:pt x="69" y="59"/>
                  </a:cubicBezTo>
                  <a:cubicBezTo>
                    <a:pt x="83" y="54"/>
                    <a:pt x="97" y="52"/>
                    <a:pt x="112" y="52"/>
                  </a:cubicBezTo>
                  <a:cubicBezTo>
                    <a:pt x="134" y="52"/>
                    <a:pt x="151" y="57"/>
                    <a:pt x="161" y="67"/>
                  </a:cubicBezTo>
                  <a:cubicBezTo>
                    <a:pt x="172" y="77"/>
                    <a:pt x="178" y="91"/>
                    <a:pt x="178" y="109"/>
                  </a:cubicBezTo>
                  <a:lnTo>
                    <a:pt x="178" y="113"/>
                  </a:lnTo>
                  <a:lnTo>
                    <a:pt x="110" y="113"/>
                  </a:lnTo>
                  <a:cubicBezTo>
                    <a:pt x="83" y="113"/>
                    <a:pt x="62" y="116"/>
                    <a:pt x="46" y="123"/>
                  </a:cubicBezTo>
                  <a:cubicBezTo>
                    <a:pt x="30" y="130"/>
                    <a:pt x="18" y="139"/>
                    <a:pt x="11" y="151"/>
                  </a:cubicBezTo>
                  <a:cubicBezTo>
                    <a:pt x="4" y="163"/>
                    <a:pt x="0" y="176"/>
                    <a:pt x="0" y="191"/>
                  </a:cubicBezTo>
                  <a:cubicBezTo>
                    <a:pt x="0" y="206"/>
                    <a:pt x="4" y="220"/>
                    <a:pt x="12" y="232"/>
                  </a:cubicBezTo>
                  <a:cubicBezTo>
                    <a:pt x="20" y="244"/>
                    <a:pt x="32" y="253"/>
                    <a:pt x="47" y="260"/>
                  </a:cubicBezTo>
                  <a:cubicBezTo>
                    <a:pt x="61" y="266"/>
                    <a:pt x="79" y="270"/>
                    <a:pt x="98" y="270"/>
                  </a:cubicBezTo>
                  <a:cubicBezTo>
                    <a:pt x="122" y="270"/>
                    <a:pt x="141" y="266"/>
                    <a:pt x="156" y="257"/>
                  </a:cubicBezTo>
                  <a:cubicBezTo>
                    <a:pt x="167" y="251"/>
                    <a:pt x="175" y="243"/>
                    <a:pt x="181" y="234"/>
                  </a:cubicBezTo>
                  <a:lnTo>
                    <a:pt x="181" y="266"/>
                  </a:lnTo>
                  <a:lnTo>
                    <a:pt x="239" y="266"/>
                  </a:lnTo>
                  <a:lnTo>
                    <a:pt x="239" y="112"/>
                  </a:lnTo>
                  <a:cubicBezTo>
                    <a:pt x="239" y="74"/>
                    <a:pt x="229" y="46"/>
                    <a:pt x="208" y="28"/>
                  </a:cubicBezTo>
                  <a:cubicBezTo>
                    <a:pt x="187" y="10"/>
                    <a:pt x="158" y="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BB8B5681-D0E9-41B6-AC56-56C296415A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3766" y="2130445"/>
              <a:ext cx="184150" cy="309566"/>
            </a:xfrm>
            <a:custGeom>
              <a:avLst/>
              <a:gdLst>
                <a:gd name="T0" fmla="*/ 142 w 193"/>
                <a:gd name="T1" fmla="*/ 274 h 325"/>
                <a:gd name="T2" fmla="*/ 142 w 193"/>
                <a:gd name="T3" fmla="*/ 274 h 325"/>
                <a:gd name="T4" fmla="*/ 115 w 193"/>
                <a:gd name="T5" fmla="*/ 264 h 325"/>
                <a:gd name="T6" fmla="*/ 105 w 193"/>
                <a:gd name="T7" fmla="*/ 235 h 325"/>
                <a:gd name="T8" fmla="*/ 105 w 193"/>
                <a:gd name="T9" fmla="*/ 110 h 325"/>
                <a:gd name="T10" fmla="*/ 176 w 193"/>
                <a:gd name="T11" fmla="*/ 110 h 325"/>
                <a:gd name="T12" fmla="*/ 176 w 193"/>
                <a:gd name="T13" fmla="*/ 60 h 325"/>
                <a:gd name="T14" fmla="*/ 105 w 193"/>
                <a:gd name="T15" fmla="*/ 60 h 325"/>
                <a:gd name="T16" fmla="*/ 105 w 193"/>
                <a:gd name="T17" fmla="*/ 0 h 325"/>
                <a:gd name="T18" fmla="*/ 44 w 193"/>
                <a:gd name="T19" fmla="*/ 0 h 325"/>
                <a:gd name="T20" fmla="*/ 44 w 193"/>
                <a:gd name="T21" fmla="*/ 60 h 325"/>
                <a:gd name="T22" fmla="*/ 0 w 193"/>
                <a:gd name="T23" fmla="*/ 60 h 325"/>
                <a:gd name="T24" fmla="*/ 0 w 193"/>
                <a:gd name="T25" fmla="*/ 110 h 325"/>
                <a:gd name="T26" fmla="*/ 44 w 193"/>
                <a:gd name="T27" fmla="*/ 110 h 325"/>
                <a:gd name="T28" fmla="*/ 44 w 193"/>
                <a:gd name="T29" fmla="*/ 236 h 325"/>
                <a:gd name="T30" fmla="*/ 67 w 193"/>
                <a:gd name="T31" fmla="*/ 302 h 325"/>
                <a:gd name="T32" fmla="*/ 134 w 193"/>
                <a:gd name="T33" fmla="*/ 325 h 325"/>
                <a:gd name="T34" fmla="*/ 167 w 193"/>
                <a:gd name="T35" fmla="*/ 320 h 325"/>
                <a:gd name="T36" fmla="*/ 193 w 193"/>
                <a:gd name="T37" fmla="*/ 307 h 325"/>
                <a:gd name="T38" fmla="*/ 176 w 193"/>
                <a:gd name="T39" fmla="*/ 263 h 325"/>
                <a:gd name="T40" fmla="*/ 142 w 193"/>
                <a:gd name="T41" fmla="*/ 27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" h="325">
                  <a:moveTo>
                    <a:pt x="142" y="274"/>
                  </a:moveTo>
                  <a:lnTo>
                    <a:pt x="142" y="274"/>
                  </a:lnTo>
                  <a:cubicBezTo>
                    <a:pt x="130" y="274"/>
                    <a:pt x="121" y="271"/>
                    <a:pt x="115" y="264"/>
                  </a:cubicBezTo>
                  <a:cubicBezTo>
                    <a:pt x="108" y="257"/>
                    <a:pt x="105" y="247"/>
                    <a:pt x="105" y="235"/>
                  </a:cubicBezTo>
                  <a:lnTo>
                    <a:pt x="105" y="110"/>
                  </a:lnTo>
                  <a:lnTo>
                    <a:pt x="176" y="110"/>
                  </a:lnTo>
                  <a:lnTo>
                    <a:pt x="176" y="60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44" y="0"/>
                  </a:lnTo>
                  <a:lnTo>
                    <a:pt x="44" y="60"/>
                  </a:lnTo>
                  <a:lnTo>
                    <a:pt x="0" y="60"/>
                  </a:lnTo>
                  <a:lnTo>
                    <a:pt x="0" y="110"/>
                  </a:lnTo>
                  <a:lnTo>
                    <a:pt x="44" y="110"/>
                  </a:lnTo>
                  <a:lnTo>
                    <a:pt x="44" y="236"/>
                  </a:lnTo>
                  <a:cubicBezTo>
                    <a:pt x="44" y="265"/>
                    <a:pt x="52" y="288"/>
                    <a:pt x="67" y="302"/>
                  </a:cubicBezTo>
                  <a:cubicBezTo>
                    <a:pt x="83" y="317"/>
                    <a:pt x="105" y="325"/>
                    <a:pt x="134" y="325"/>
                  </a:cubicBezTo>
                  <a:cubicBezTo>
                    <a:pt x="145" y="325"/>
                    <a:pt x="156" y="323"/>
                    <a:pt x="167" y="320"/>
                  </a:cubicBezTo>
                  <a:cubicBezTo>
                    <a:pt x="177" y="317"/>
                    <a:pt x="186" y="313"/>
                    <a:pt x="193" y="307"/>
                  </a:cubicBezTo>
                  <a:lnTo>
                    <a:pt x="176" y="263"/>
                  </a:lnTo>
                  <a:cubicBezTo>
                    <a:pt x="167" y="271"/>
                    <a:pt x="155" y="274"/>
                    <a:pt x="142" y="2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855C489F-B529-456D-A49C-948AED2FEB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4266" y="2182833"/>
              <a:ext cx="255588" cy="257178"/>
            </a:xfrm>
            <a:custGeom>
              <a:avLst/>
              <a:gdLst>
                <a:gd name="T0" fmla="*/ 69 w 269"/>
                <a:gd name="T1" fmla="*/ 87 h 270"/>
                <a:gd name="T2" fmla="*/ 69 w 269"/>
                <a:gd name="T3" fmla="*/ 87 h 270"/>
                <a:gd name="T4" fmla="*/ 96 w 269"/>
                <a:gd name="T5" fmla="*/ 60 h 270"/>
                <a:gd name="T6" fmla="*/ 136 w 269"/>
                <a:gd name="T7" fmla="*/ 50 h 270"/>
                <a:gd name="T8" fmla="*/ 175 w 269"/>
                <a:gd name="T9" fmla="*/ 60 h 270"/>
                <a:gd name="T10" fmla="*/ 202 w 269"/>
                <a:gd name="T11" fmla="*/ 87 h 270"/>
                <a:gd name="T12" fmla="*/ 210 w 269"/>
                <a:gd name="T13" fmla="*/ 114 h 270"/>
                <a:gd name="T14" fmla="*/ 61 w 269"/>
                <a:gd name="T15" fmla="*/ 114 h 270"/>
                <a:gd name="T16" fmla="*/ 69 w 269"/>
                <a:gd name="T17" fmla="*/ 87 h 270"/>
                <a:gd name="T18" fmla="*/ 204 w 269"/>
                <a:gd name="T19" fmla="*/ 17 h 270"/>
                <a:gd name="T20" fmla="*/ 204 w 269"/>
                <a:gd name="T21" fmla="*/ 17 h 270"/>
                <a:gd name="T22" fmla="*/ 136 w 269"/>
                <a:gd name="T23" fmla="*/ 0 h 270"/>
                <a:gd name="T24" fmla="*/ 66 w 269"/>
                <a:gd name="T25" fmla="*/ 18 h 270"/>
                <a:gd name="T26" fmla="*/ 17 w 269"/>
                <a:gd name="T27" fmla="*/ 65 h 270"/>
                <a:gd name="T28" fmla="*/ 0 w 269"/>
                <a:gd name="T29" fmla="*/ 135 h 270"/>
                <a:gd name="T30" fmla="*/ 18 w 269"/>
                <a:gd name="T31" fmla="*/ 204 h 270"/>
                <a:gd name="T32" fmla="*/ 68 w 269"/>
                <a:gd name="T33" fmla="*/ 252 h 270"/>
                <a:gd name="T34" fmla="*/ 145 w 269"/>
                <a:gd name="T35" fmla="*/ 270 h 270"/>
                <a:gd name="T36" fmla="*/ 206 w 269"/>
                <a:gd name="T37" fmla="*/ 259 h 270"/>
                <a:gd name="T38" fmla="*/ 251 w 269"/>
                <a:gd name="T39" fmla="*/ 227 h 270"/>
                <a:gd name="T40" fmla="*/ 218 w 269"/>
                <a:gd name="T41" fmla="*/ 189 h 270"/>
                <a:gd name="T42" fmla="*/ 186 w 269"/>
                <a:gd name="T43" fmla="*/ 211 h 270"/>
                <a:gd name="T44" fmla="*/ 147 w 269"/>
                <a:gd name="T45" fmla="*/ 218 h 270"/>
                <a:gd name="T46" fmla="*/ 101 w 269"/>
                <a:gd name="T47" fmla="*/ 208 h 270"/>
                <a:gd name="T48" fmla="*/ 71 w 269"/>
                <a:gd name="T49" fmla="*/ 180 h 270"/>
                <a:gd name="T50" fmla="*/ 62 w 269"/>
                <a:gd name="T51" fmla="*/ 155 h 270"/>
                <a:gd name="T52" fmla="*/ 268 w 269"/>
                <a:gd name="T53" fmla="*/ 155 h 270"/>
                <a:gd name="T54" fmla="*/ 268 w 269"/>
                <a:gd name="T55" fmla="*/ 145 h 270"/>
                <a:gd name="T56" fmla="*/ 269 w 269"/>
                <a:gd name="T57" fmla="*/ 136 h 270"/>
                <a:gd name="T58" fmla="*/ 251 w 269"/>
                <a:gd name="T59" fmla="*/ 64 h 270"/>
                <a:gd name="T60" fmla="*/ 204 w 269"/>
                <a:gd name="T61" fmla="*/ 1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9" h="270">
                  <a:moveTo>
                    <a:pt x="69" y="87"/>
                  </a:moveTo>
                  <a:lnTo>
                    <a:pt x="69" y="87"/>
                  </a:lnTo>
                  <a:cubicBezTo>
                    <a:pt x="76" y="75"/>
                    <a:pt x="85" y="66"/>
                    <a:pt x="96" y="60"/>
                  </a:cubicBezTo>
                  <a:cubicBezTo>
                    <a:pt x="107" y="53"/>
                    <a:pt x="121" y="50"/>
                    <a:pt x="136" y="50"/>
                  </a:cubicBezTo>
                  <a:cubicBezTo>
                    <a:pt x="150" y="50"/>
                    <a:pt x="164" y="53"/>
                    <a:pt x="175" y="60"/>
                  </a:cubicBezTo>
                  <a:cubicBezTo>
                    <a:pt x="186" y="66"/>
                    <a:pt x="195" y="75"/>
                    <a:pt x="202" y="87"/>
                  </a:cubicBezTo>
                  <a:cubicBezTo>
                    <a:pt x="206" y="95"/>
                    <a:pt x="209" y="104"/>
                    <a:pt x="210" y="114"/>
                  </a:cubicBezTo>
                  <a:lnTo>
                    <a:pt x="61" y="114"/>
                  </a:lnTo>
                  <a:cubicBezTo>
                    <a:pt x="63" y="104"/>
                    <a:pt x="65" y="95"/>
                    <a:pt x="69" y="87"/>
                  </a:cubicBezTo>
                  <a:close/>
                  <a:moveTo>
                    <a:pt x="204" y="17"/>
                  </a:moveTo>
                  <a:lnTo>
                    <a:pt x="204" y="17"/>
                  </a:lnTo>
                  <a:cubicBezTo>
                    <a:pt x="184" y="6"/>
                    <a:pt x="161" y="0"/>
                    <a:pt x="136" y="0"/>
                  </a:cubicBezTo>
                  <a:cubicBezTo>
                    <a:pt x="109" y="0"/>
                    <a:pt x="86" y="6"/>
                    <a:pt x="66" y="18"/>
                  </a:cubicBezTo>
                  <a:cubicBezTo>
                    <a:pt x="45" y="29"/>
                    <a:pt x="29" y="45"/>
                    <a:pt x="17" y="65"/>
                  </a:cubicBezTo>
                  <a:cubicBezTo>
                    <a:pt x="6" y="85"/>
                    <a:pt x="0" y="109"/>
                    <a:pt x="0" y="135"/>
                  </a:cubicBezTo>
                  <a:cubicBezTo>
                    <a:pt x="0" y="161"/>
                    <a:pt x="6" y="184"/>
                    <a:pt x="18" y="204"/>
                  </a:cubicBezTo>
                  <a:cubicBezTo>
                    <a:pt x="30" y="225"/>
                    <a:pt x="47" y="241"/>
                    <a:pt x="68" y="252"/>
                  </a:cubicBezTo>
                  <a:cubicBezTo>
                    <a:pt x="90" y="264"/>
                    <a:pt x="116" y="270"/>
                    <a:pt x="145" y="270"/>
                  </a:cubicBezTo>
                  <a:cubicBezTo>
                    <a:pt x="168" y="270"/>
                    <a:pt x="188" y="266"/>
                    <a:pt x="206" y="259"/>
                  </a:cubicBezTo>
                  <a:cubicBezTo>
                    <a:pt x="224" y="251"/>
                    <a:pt x="239" y="241"/>
                    <a:pt x="251" y="227"/>
                  </a:cubicBezTo>
                  <a:lnTo>
                    <a:pt x="218" y="189"/>
                  </a:lnTo>
                  <a:cubicBezTo>
                    <a:pt x="209" y="199"/>
                    <a:pt x="198" y="206"/>
                    <a:pt x="186" y="211"/>
                  </a:cubicBezTo>
                  <a:cubicBezTo>
                    <a:pt x="175" y="215"/>
                    <a:pt x="161" y="218"/>
                    <a:pt x="147" y="218"/>
                  </a:cubicBezTo>
                  <a:cubicBezTo>
                    <a:pt x="129" y="218"/>
                    <a:pt x="114" y="214"/>
                    <a:pt x="101" y="208"/>
                  </a:cubicBezTo>
                  <a:cubicBezTo>
                    <a:pt x="88" y="201"/>
                    <a:pt x="78" y="192"/>
                    <a:pt x="71" y="180"/>
                  </a:cubicBezTo>
                  <a:cubicBezTo>
                    <a:pt x="66" y="172"/>
                    <a:pt x="63" y="164"/>
                    <a:pt x="62" y="155"/>
                  </a:cubicBezTo>
                  <a:lnTo>
                    <a:pt x="268" y="155"/>
                  </a:lnTo>
                  <a:cubicBezTo>
                    <a:pt x="268" y="152"/>
                    <a:pt x="268" y="149"/>
                    <a:pt x="268" y="145"/>
                  </a:cubicBezTo>
                  <a:cubicBezTo>
                    <a:pt x="269" y="142"/>
                    <a:pt x="269" y="139"/>
                    <a:pt x="269" y="136"/>
                  </a:cubicBezTo>
                  <a:cubicBezTo>
                    <a:pt x="269" y="109"/>
                    <a:pt x="263" y="85"/>
                    <a:pt x="251" y="64"/>
                  </a:cubicBezTo>
                  <a:cubicBezTo>
                    <a:pt x="240" y="44"/>
                    <a:pt x="224" y="28"/>
                    <a:pt x="204" y="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E6453BF9-9767-4CED-BC3B-779D163A84A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22079" y="2087582"/>
              <a:ext cx="265113" cy="352428"/>
            </a:xfrm>
            <a:custGeom>
              <a:avLst/>
              <a:gdLst>
                <a:gd name="T0" fmla="*/ 208 w 279"/>
                <a:gd name="T1" fmla="*/ 278 h 369"/>
                <a:gd name="T2" fmla="*/ 208 w 279"/>
                <a:gd name="T3" fmla="*/ 278 h 369"/>
                <a:gd name="T4" fmla="*/ 180 w 279"/>
                <a:gd name="T5" fmla="*/ 306 h 369"/>
                <a:gd name="T6" fmla="*/ 141 w 279"/>
                <a:gd name="T7" fmla="*/ 316 h 369"/>
                <a:gd name="T8" fmla="*/ 101 w 279"/>
                <a:gd name="T9" fmla="*/ 306 h 369"/>
                <a:gd name="T10" fmla="*/ 73 w 279"/>
                <a:gd name="T11" fmla="*/ 278 h 369"/>
                <a:gd name="T12" fmla="*/ 62 w 279"/>
                <a:gd name="T13" fmla="*/ 234 h 369"/>
                <a:gd name="T14" fmla="*/ 73 w 279"/>
                <a:gd name="T15" fmla="*/ 190 h 369"/>
                <a:gd name="T16" fmla="*/ 101 w 279"/>
                <a:gd name="T17" fmla="*/ 162 h 369"/>
                <a:gd name="T18" fmla="*/ 141 w 279"/>
                <a:gd name="T19" fmla="*/ 152 h 369"/>
                <a:gd name="T20" fmla="*/ 180 w 279"/>
                <a:gd name="T21" fmla="*/ 162 h 369"/>
                <a:gd name="T22" fmla="*/ 208 w 279"/>
                <a:gd name="T23" fmla="*/ 190 h 369"/>
                <a:gd name="T24" fmla="*/ 219 w 279"/>
                <a:gd name="T25" fmla="*/ 234 h 369"/>
                <a:gd name="T26" fmla="*/ 208 w 279"/>
                <a:gd name="T27" fmla="*/ 278 h 369"/>
                <a:gd name="T28" fmla="*/ 218 w 279"/>
                <a:gd name="T29" fmla="*/ 0 h 369"/>
                <a:gd name="T30" fmla="*/ 218 w 279"/>
                <a:gd name="T31" fmla="*/ 0 h 369"/>
                <a:gd name="T32" fmla="*/ 218 w 279"/>
                <a:gd name="T33" fmla="*/ 135 h 369"/>
                <a:gd name="T34" fmla="*/ 192 w 279"/>
                <a:gd name="T35" fmla="*/ 114 h 369"/>
                <a:gd name="T36" fmla="*/ 133 w 279"/>
                <a:gd name="T37" fmla="*/ 99 h 369"/>
                <a:gd name="T38" fmla="*/ 65 w 279"/>
                <a:gd name="T39" fmla="*/ 116 h 369"/>
                <a:gd name="T40" fmla="*/ 18 w 279"/>
                <a:gd name="T41" fmla="*/ 163 h 369"/>
                <a:gd name="T42" fmla="*/ 0 w 279"/>
                <a:gd name="T43" fmla="*/ 234 h 369"/>
                <a:gd name="T44" fmla="*/ 18 w 279"/>
                <a:gd name="T45" fmla="*/ 305 h 369"/>
                <a:gd name="T46" fmla="*/ 65 w 279"/>
                <a:gd name="T47" fmla="*/ 352 h 369"/>
                <a:gd name="T48" fmla="*/ 133 w 279"/>
                <a:gd name="T49" fmla="*/ 369 h 369"/>
                <a:gd name="T50" fmla="*/ 193 w 279"/>
                <a:gd name="T51" fmla="*/ 354 h 369"/>
                <a:gd name="T52" fmla="*/ 220 w 279"/>
                <a:gd name="T53" fmla="*/ 331 h 369"/>
                <a:gd name="T54" fmla="*/ 220 w 279"/>
                <a:gd name="T55" fmla="*/ 365 h 369"/>
                <a:gd name="T56" fmla="*/ 279 w 279"/>
                <a:gd name="T57" fmla="*/ 365 h 369"/>
                <a:gd name="T58" fmla="*/ 279 w 279"/>
                <a:gd name="T59" fmla="*/ 0 h 369"/>
                <a:gd name="T60" fmla="*/ 218 w 279"/>
                <a:gd name="T6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9" h="369">
                  <a:moveTo>
                    <a:pt x="208" y="278"/>
                  </a:moveTo>
                  <a:lnTo>
                    <a:pt x="208" y="278"/>
                  </a:lnTo>
                  <a:cubicBezTo>
                    <a:pt x="201" y="290"/>
                    <a:pt x="192" y="300"/>
                    <a:pt x="180" y="306"/>
                  </a:cubicBezTo>
                  <a:cubicBezTo>
                    <a:pt x="169" y="313"/>
                    <a:pt x="155" y="316"/>
                    <a:pt x="141" y="316"/>
                  </a:cubicBezTo>
                  <a:cubicBezTo>
                    <a:pt x="126" y="316"/>
                    <a:pt x="113" y="313"/>
                    <a:pt x="101" y="306"/>
                  </a:cubicBezTo>
                  <a:cubicBezTo>
                    <a:pt x="89" y="300"/>
                    <a:pt x="80" y="290"/>
                    <a:pt x="73" y="278"/>
                  </a:cubicBezTo>
                  <a:cubicBezTo>
                    <a:pt x="66" y="265"/>
                    <a:pt x="62" y="251"/>
                    <a:pt x="62" y="234"/>
                  </a:cubicBezTo>
                  <a:cubicBezTo>
                    <a:pt x="62" y="217"/>
                    <a:pt x="66" y="202"/>
                    <a:pt x="73" y="190"/>
                  </a:cubicBezTo>
                  <a:cubicBezTo>
                    <a:pt x="80" y="178"/>
                    <a:pt x="89" y="168"/>
                    <a:pt x="101" y="162"/>
                  </a:cubicBezTo>
                  <a:cubicBezTo>
                    <a:pt x="113" y="155"/>
                    <a:pt x="126" y="152"/>
                    <a:pt x="141" y="152"/>
                  </a:cubicBezTo>
                  <a:cubicBezTo>
                    <a:pt x="155" y="152"/>
                    <a:pt x="169" y="155"/>
                    <a:pt x="180" y="162"/>
                  </a:cubicBezTo>
                  <a:cubicBezTo>
                    <a:pt x="192" y="168"/>
                    <a:pt x="201" y="178"/>
                    <a:pt x="208" y="190"/>
                  </a:cubicBezTo>
                  <a:cubicBezTo>
                    <a:pt x="215" y="202"/>
                    <a:pt x="219" y="217"/>
                    <a:pt x="219" y="234"/>
                  </a:cubicBezTo>
                  <a:cubicBezTo>
                    <a:pt x="219" y="251"/>
                    <a:pt x="215" y="265"/>
                    <a:pt x="208" y="278"/>
                  </a:cubicBezTo>
                  <a:close/>
                  <a:moveTo>
                    <a:pt x="218" y="0"/>
                  </a:moveTo>
                  <a:lnTo>
                    <a:pt x="218" y="0"/>
                  </a:lnTo>
                  <a:lnTo>
                    <a:pt x="218" y="135"/>
                  </a:lnTo>
                  <a:cubicBezTo>
                    <a:pt x="211" y="126"/>
                    <a:pt x="202" y="119"/>
                    <a:pt x="192" y="114"/>
                  </a:cubicBezTo>
                  <a:cubicBezTo>
                    <a:pt x="175" y="104"/>
                    <a:pt x="155" y="99"/>
                    <a:pt x="133" y="99"/>
                  </a:cubicBezTo>
                  <a:cubicBezTo>
                    <a:pt x="108" y="99"/>
                    <a:pt x="85" y="105"/>
                    <a:pt x="65" y="116"/>
                  </a:cubicBezTo>
                  <a:cubicBezTo>
                    <a:pt x="45" y="127"/>
                    <a:pt x="29" y="143"/>
                    <a:pt x="18" y="163"/>
                  </a:cubicBezTo>
                  <a:cubicBezTo>
                    <a:pt x="6" y="183"/>
                    <a:pt x="0" y="207"/>
                    <a:pt x="0" y="234"/>
                  </a:cubicBezTo>
                  <a:cubicBezTo>
                    <a:pt x="0" y="261"/>
                    <a:pt x="6" y="285"/>
                    <a:pt x="18" y="305"/>
                  </a:cubicBezTo>
                  <a:cubicBezTo>
                    <a:pt x="29" y="325"/>
                    <a:pt x="45" y="341"/>
                    <a:pt x="65" y="352"/>
                  </a:cubicBezTo>
                  <a:cubicBezTo>
                    <a:pt x="85" y="363"/>
                    <a:pt x="108" y="369"/>
                    <a:pt x="133" y="369"/>
                  </a:cubicBezTo>
                  <a:cubicBezTo>
                    <a:pt x="156" y="369"/>
                    <a:pt x="176" y="364"/>
                    <a:pt x="193" y="354"/>
                  </a:cubicBezTo>
                  <a:cubicBezTo>
                    <a:pt x="204" y="348"/>
                    <a:pt x="213" y="340"/>
                    <a:pt x="220" y="331"/>
                  </a:cubicBezTo>
                  <a:lnTo>
                    <a:pt x="220" y="365"/>
                  </a:lnTo>
                  <a:lnTo>
                    <a:pt x="279" y="365"/>
                  </a:lnTo>
                  <a:lnTo>
                    <a:pt x="279" y="0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6A471260-C3E7-42B7-843A-7351655C48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2001" y="1722454"/>
              <a:ext cx="73025" cy="82551"/>
            </a:xfrm>
            <a:custGeom>
              <a:avLst/>
              <a:gdLst>
                <a:gd name="T0" fmla="*/ 0 w 77"/>
                <a:gd name="T1" fmla="*/ 86 h 86"/>
                <a:gd name="T2" fmla="*/ 0 w 77"/>
                <a:gd name="T3" fmla="*/ 86 h 86"/>
                <a:gd name="T4" fmla="*/ 0 w 77"/>
                <a:gd name="T5" fmla="*/ 0 h 86"/>
                <a:gd name="T6" fmla="*/ 19 w 77"/>
                <a:gd name="T7" fmla="*/ 0 h 86"/>
                <a:gd name="T8" fmla="*/ 19 w 77"/>
                <a:gd name="T9" fmla="*/ 58 h 86"/>
                <a:gd name="T10" fmla="*/ 58 w 77"/>
                <a:gd name="T11" fmla="*/ 0 h 86"/>
                <a:gd name="T12" fmla="*/ 77 w 77"/>
                <a:gd name="T13" fmla="*/ 0 h 86"/>
                <a:gd name="T14" fmla="*/ 77 w 77"/>
                <a:gd name="T15" fmla="*/ 86 h 86"/>
                <a:gd name="T16" fmla="*/ 58 w 77"/>
                <a:gd name="T17" fmla="*/ 86 h 86"/>
                <a:gd name="T18" fmla="*/ 58 w 77"/>
                <a:gd name="T19" fmla="*/ 26 h 86"/>
                <a:gd name="T20" fmla="*/ 18 w 77"/>
                <a:gd name="T21" fmla="*/ 86 h 86"/>
                <a:gd name="T22" fmla="*/ 0 w 77"/>
                <a:gd name="T2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8"/>
                  </a:lnTo>
                  <a:lnTo>
                    <a:pt x="58" y="0"/>
                  </a:lnTo>
                  <a:lnTo>
                    <a:pt x="77" y="0"/>
                  </a:lnTo>
                  <a:lnTo>
                    <a:pt x="77" y="86"/>
                  </a:lnTo>
                  <a:lnTo>
                    <a:pt x="58" y="86"/>
                  </a:lnTo>
                  <a:lnTo>
                    <a:pt x="58" y="26"/>
                  </a:lnTo>
                  <a:lnTo>
                    <a:pt x="18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E73434ED-B945-4E15-BEAF-52737D9FA5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8839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A54D6D8F-20A1-4C3A-87EE-035B43F1F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7739" y="1722454"/>
              <a:ext cx="66675" cy="82551"/>
            </a:xfrm>
            <a:custGeom>
              <a:avLst/>
              <a:gdLst>
                <a:gd name="T0" fmla="*/ 25 w 69"/>
                <a:gd name="T1" fmla="*/ 86 h 86"/>
                <a:gd name="T2" fmla="*/ 25 w 69"/>
                <a:gd name="T3" fmla="*/ 86 h 86"/>
                <a:gd name="T4" fmla="*/ 25 w 69"/>
                <a:gd name="T5" fmla="*/ 16 h 86"/>
                <a:gd name="T6" fmla="*/ 0 w 69"/>
                <a:gd name="T7" fmla="*/ 16 h 86"/>
                <a:gd name="T8" fmla="*/ 0 w 69"/>
                <a:gd name="T9" fmla="*/ 0 h 86"/>
                <a:gd name="T10" fmla="*/ 69 w 69"/>
                <a:gd name="T11" fmla="*/ 0 h 86"/>
                <a:gd name="T12" fmla="*/ 69 w 69"/>
                <a:gd name="T13" fmla="*/ 16 h 86"/>
                <a:gd name="T14" fmla="*/ 44 w 69"/>
                <a:gd name="T15" fmla="*/ 16 h 86"/>
                <a:gd name="T16" fmla="*/ 44 w 69"/>
                <a:gd name="T17" fmla="*/ 86 h 86"/>
                <a:gd name="T18" fmla="*/ 25 w 69"/>
                <a:gd name="T1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86">
                  <a:moveTo>
                    <a:pt x="25" y="86"/>
                  </a:moveTo>
                  <a:lnTo>
                    <a:pt x="25" y="86"/>
                  </a:lnTo>
                  <a:lnTo>
                    <a:pt x="25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16"/>
                  </a:lnTo>
                  <a:lnTo>
                    <a:pt x="44" y="16"/>
                  </a:lnTo>
                  <a:lnTo>
                    <a:pt x="44" y="86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40ABFECC-F627-421A-A04C-DCE6B68813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23939" y="1720866"/>
              <a:ext cx="82550" cy="87313"/>
            </a:xfrm>
            <a:custGeom>
              <a:avLst/>
              <a:gdLst>
                <a:gd name="T0" fmla="*/ 44 w 87"/>
                <a:gd name="T1" fmla="*/ 15 h 91"/>
                <a:gd name="T2" fmla="*/ 44 w 87"/>
                <a:gd name="T3" fmla="*/ 15 h 91"/>
                <a:gd name="T4" fmla="*/ 20 w 87"/>
                <a:gd name="T5" fmla="*/ 38 h 91"/>
                <a:gd name="T6" fmla="*/ 69 w 87"/>
                <a:gd name="T7" fmla="*/ 38 h 91"/>
                <a:gd name="T8" fmla="*/ 44 w 87"/>
                <a:gd name="T9" fmla="*/ 15 h 91"/>
                <a:gd name="T10" fmla="*/ 0 w 87"/>
                <a:gd name="T11" fmla="*/ 45 h 91"/>
                <a:gd name="T12" fmla="*/ 0 w 87"/>
                <a:gd name="T13" fmla="*/ 45 h 91"/>
                <a:gd name="T14" fmla="*/ 44 w 87"/>
                <a:gd name="T15" fmla="*/ 0 h 91"/>
                <a:gd name="T16" fmla="*/ 87 w 87"/>
                <a:gd name="T17" fmla="*/ 47 h 91"/>
                <a:gd name="T18" fmla="*/ 87 w 87"/>
                <a:gd name="T19" fmla="*/ 51 h 91"/>
                <a:gd name="T20" fmla="*/ 20 w 87"/>
                <a:gd name="T21" fmla="*/ 51 h 91"/>
                <a:gd name="T22" fmla="*/ 48 w 87"/>
                <a:gd name="T23" fmla="*/ 75 h 91"/>
                <a:gd name="T24" fmla="*/ 72 w 87"/>
                <a:gd name="T25" fmla="*/ 66 h 91"/>
                <a:gd name="T26" fmla="*/ 81 w 87"/>
                <a:gd name="T27" fmla="*/ 78 h 91"/>
                <a:gd name="T28" fmla="*/ 46 w 87"/>
                <a:gd name="T29" fmla="*/ 91 h 91"/>
                <a:gd name="T30" fmla="*/ 0 w 87"/>
                <a:gd name="T31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7" h="91">
                  <a:moveTo>
                    <a:pt x="44" y="15"/>
                  </a:moveTo>
                  <a:lnTo>
                    <a:pt x="44" y="15"/>
                  </a:lnTo>
                  <a:cubicBezTo>
                    <a:pt x="28" y="15"/>
                    <a:pt x="20" y="27"/>
                    <a:pt x="20" y="38"/>
                  </a:cubicBezTo>
                  <a:lnTo>
                    <a:pt x="69" y="38"/>
                  </a:lnTo>
                  <a:cubicBezTo>
                    <a:pt x="68" y="28"/>
                    <a:pt x="61" y="15"/>
                    <a:pt x="44" y="1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8" y="0"/>
                    <a:pt x="44" y="0"/>
                  </a:cubicBezTo>
                  <a:cubicBezTo>
                    <a:pt x="70" y="0"/>
                    <a:pt x="87" y="19"/>
                    <a:pt x="87" y="47"/>
                  </a:cubicBezTo>
                  <a:lnTo>
                    <a:pt x="87" y="51"/>
                  </a:lnTo>
                  <a:lnTo>
                    <a:pt x="20" y="51"/>
                  </a:lnTo>
                  <a:cubicBezTo>
                    <a:pt x="21" y="64"/>
                    <a:pt x="31" y="75"/>
                    <a:pt x="48" y="75"/>
                  </a:cubicBezTo>
                  <a:cubicBezTo>
                    <a:pt x="56" y="75"/>
                    <a:pt x="66" y="72"/>
                    <a:pt x="72" y="66"/>
                  </a:cubicBezTo>
                  <a:lnTo>
                    <a:pt x="81" y="78"/>
                  </a:lnTo>
                  <a:cubicBezTo>
                    <a:pt x="72" y="86"/>
                    <a:pt x="59" y="91"/>
                    <a:pt x="46" y="91"/>
                  </a:cubicBezTo>
                  <a:cubicBezTo>
                    <a:pt x="19" y="91"/>
                    <a:pt x="0" y="72"/>
                    <a:pt x="0" y="4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3E21BC8-4702-4A1B-8D7B-8A9BFB0C73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3952" y="1722454"/>
              <a:ext cx="63500" cy="82551"/>
            </a:xfrm>
            <a:custGeom>
              <a:avLst/>
              <a:gdLst>
                <a:gd name="T0" fmla="*/ 66 w 66"/>
                <a:gd name="T1" fmla="*/ 16 h 86"/>
                <a:gd name="T2" fmla="*/ 66 w 66"/>
                <a:gd name="T3" fmla="*/ 16 h 86"/>
                <a:gd name="T4" fmla="*/ 19 w 66"/>
                <a:gd name="T5" fmla="*/ 16 h 86"/>
                <a:gd name="T6" fmla="*/ 19 w 66"/>
                <a:gd name="T7" fmla="*/ 86 h 86"/>
                <a:gd name="T8" fmla="*/ 0 w 66"/>
                <a:gd name="T9" fmla="*/ 86 h 86"/>
                <a:gd name="T10" fmla="*/ 0 w 66"/>
                <a:gd name="T11" fmla="*/ 0 h 86"/>
                <a:gd name="T12" fmla="*/ 66 w 66"/>
                <a:gd name="T13" fmla="*/ 0 h 86"/>
                <a:gd name="T14" fmla="*/ 66 w 66"/>
                <a:gd name="T15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86">
                  <a:moveTo>
                    <a:pt x="66" y="16"/>
                  </a:moveTo>
                  <a:lnTo>
                    <a:pt x="66" y="16"/>
                  </a:lnTo>
                  <a:lnTo>
                    <a:pt x="19" y="16"/>
                  </a:lnTo>
                  <a:lnTo>
                    <a:pt x="19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EF4421E6-7B46-4A7F-BCF6-9A63FD3556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1739" y="1720866"/>
              <a:ext cx="80963" cy="115889"/>
            </a:xfrm>
            <a:custGeom>
              <a:avLst/>
              <a:gdLst>
                <a:gd name="T0" fmla="*/ 66 w 85"/>
                <a:gd name="T1" fmla="*/ 45 h 121"/>
                <a:gd name="T2" fmla="*/ 66 w 85"/>
                <a:gd name="T3" fmla="*/ 45 h 121"/>
                <a:gd name="T4" fmla="*/ 41 w 85"/>
                <a:gd name="T5" fmla="*/ 16 h 121"/>
                <a:gd name="T6" fmla="*/ 19 w 85"/>
                <a:gd name="T7" fmla="*/ 28 h 121"/>
                <a:gd name="T8" fmla="*/ 19 w 85"/>
                <a:gd name="T9" fmla="*/ 62 h 121"/>
                <a:gd name="T10" fmla="*/ 41 w 85"/>
                <a:gd name="T11" fmla="*/ 74 h 121"/>
                <a:gd name="T12" fmla="*/ 66 w 85"/>
                <a:gd name="T13" fmla="*/ 45 h 121"/>
                <a:gd name="T14" fmla="*/ 19 w 85"/>
                <a:gd name="T15" fmla="*/ 76 h 121"/>
                <a:gd name="T16" fmla="*/ 19 w 85"/>
                <a:gd name="T17" fmla="*/ 76 h 121"/>
                <a:gd name="T18" fmla="*/ 19 w 85"/>
                <a:gd name="T19" fmla="*/ 121 h 121"/>
                <a:gd name="T20" fmla="*/ 0 w 85"/>
                <a:gd name="T21" fmla="*/ 121 h 121"/>
                <a:gd name="T22" fmla="*/ 0 w 85"/>
                <a:gd name="T23" fmla="*/ 2 h 121"/>
                <a:gd name="T24" fmla="*/ 19 w 85"/>
                <a:gd name="T25" fmla="*/ 2 h 121"/>
                <a:gd name="T26" fmla="*/ 19 w 85"/>
                <a:gd name="T27" fmla="*/ 14 h 121"/>
                <a:gd name="T28" fmla="*/ 47 w 85"/>
                <a:gd name="T29" fmla="*/ 0 h 121"/>
                <a:gd name="T30" fmla="*/ 85 w 85"/>
                <a:gd name="T31" fmla="*/ 45 h 121"/>
                <a:gd name="T32" fmla="*/ 47 w 85"/>
                <a:gd name="T33" fmla="*/ 91 h 121"/>
                <a:gd name="T34" fmla="*/ 19 w 85"/>
                <a:gd name="T35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121">
                  <a:moveTo>
                    <a:pt x="66" y="45"/>
                  </a:moveTo>
                  <a:lnTo>
                    <a:pt x="66" y="45"/>
                  </a:lnTo>
                  <a:cubicBezTo>
                    <a:pt x="66" y="28"/>
                    <a:pt x="56" y="16"/>
                    <a:pt x="41" y="16"/>
                  </a:cubicBezTo>
                  <a:cubicBezTo>
                    <a:pt x="32" y="16"/>
                    <a:pt x="23" y="21"/>
                    <a:pt x="19" y="28"/>
                  </a:cubicBezTo>
                  <a:lnTo>
                    <a:pt x="19" y="62"/>
                  </a:lnTo>
                  <a:cubicBezTo>
                    <a:pt x="23" y="68"/>
                    <a:pt x="32" y="74"/>
                    <a:pt x="41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6"/>
                  </a:moveTo>
                  <a:lnTo>
                    <a:pt x="19" y="76"/>
                  </a:lnTo>
                  <a:lnTo>
                    <a:pt x="19" y="121"/>
                  </a:lnTo>
                  <a:lnTo>
                    <a:pt x="0" y="121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5" y="5"/>
                    <a:pt x="35" y="0"/>
                    <a:pt x="47" y="0"/>
                  </a:cubicBezTo>
                  <a:cubicBezTo>
                    <a:pt x="69" y="0"/>
                    <a:pt x="85" y="16"/>
                    <a:pt x="85" y="45"/>
                  </a:cubicBezTo>
                  <a:cubicBezTo>
                    <a:pt x="85" y="73"/>
                    <a:pt x="69" y="91"/>
                    <a:pt x="47" y="91"/>
                  </a:cubicBezTo>
                  <a:cubicBezTo>
                    <a:pt x="36" y="91"/>
                    <a:pt x="26" y="86"/>
                    <a:pt x="19" y="7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AD831BE4-2173-4433-981F-FD4F16D5B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0164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58 h 86"/>
                <a:gd name="T10" fmla="*/ 59 w 78"/>
                <a:gd name="T11" fmla="*/ 0 h 86"/>
                <a:gd name="T12" fmla="*/ 78 w 78"/>
                <a:gd name="T13" fmla="*/ 0 h 86"/>
                <a:gd name="T14" fmla="*/ 78 w 78"/>
                <a:gd name="T15" fmla="*/ 86 h 86"/>
                <a:gd name="T16" fmla="*/ 59 w 78"/>
                <a:gd name="T17" fmla="*/ 86 h 86"/>
                <a:gd name="T18" fmla="*/ 59 w 78"/>
                <a:gd name="T19" fmla="*/ 26 h 86"/>
                <a:gd name="T20" fmla="*/ 18 w 78"/>
                <a:gd name="T21" fmla="*/ 86 h 86"/>
                <a:gd name="T22" fmla="*/ 0 w 78"/>
                <a:gd name="T2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8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26"/>
                  </a:lnTo>
                  <a:lnTo>
                    <a:pt x="18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0B516B24-B12C-4191-BA12-1A3C8475E1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98590" y="1720866"/>
              <a:ext cx="80963" cy="115889"/>
            </a:xfrm>
            <a:custGeom>
              <a:avLst/>
              <a:gdLst>
                <a:gd name="T0" fmla="*/ 66 w 86"/>
                <a:gd name="T1" fmla="*/ 45 h 121"/>
                <a:gd name="T2" fmla="*/ 66 w 86"/>
                <a:gd name="T3" fmla="*/ 45 h 121"/>
                <a:gd name="T4" fmla="*/ 42 w 86"/>
                <a:gd name="T5" fmla="*/ 16 h 121"/>
                <a:gd name="T6" fmla="*/ 19 w 86"/>
                <a:gd name="T7" fmla="*/ 28 h 121"/>
                <a:gd name="T8" fmla="*/ 19 w 86"/>
                <a:gd name="T9" fmla="*/ 62 h 121"/>
                <a:gd name="T10" fmla="*/ 42 w 86"/>
                <a:gd name="T11" fmla="*/ 74 h 121"/>
                <a:gd name="T12" fmla="*/ 66 w 86"/>
                <a:gd name="T13" fmla="*/ 45 h 121"/>
                <a:gd name="T14" fmla="*/ 19 w 86"/>
                <a:gd name="T15" fmla="*/ 76 h 121"/>
                <a:gd name="T16" fmla="*/ 19 w 86"/>
                <a:gd name="T17" fmla="*/ 76 h 121"/>
                <a:gd name="T18" fmla="*/ 19 w 86"/>
                <a:gd name="T19" fmla="*/ 121 h 121"/>
                <a:gd name="T20" fmla="*/ 0 w 86"/>
                <a:gd name="T21" fmla="*/ 121 h 121"/>
                <a:gd name="T22" fmla="*/ 0 w 86"/>
                <a:gd name="T23" fmla="*/ 2 h 121"/>
                <a:gd name="T24" fmla="*/ 19 w 86"/>
                <a:gd name="T25" fmla="*/ 2 h 121"/>
                <a:gd name="T26" fmla="*/ 19 w 86"/>
                <a:gd name="T27" fmla="*/ 14 h 121"/>
                <a:gd name="T28" fmla="*/ 47 w 86"/>
                <a:gd name="T29" fmla="*/ 0 h 121"/>
                <a:gd name="T30" fmla="*/ 86 w 86"/>
                <a:gd name="T31" fmla="*/ 45 h 121"/>
                <a:gd name="T32" fmla="*/ 47 w 86"/>
                <a:gd name="T33" fmla="*/ 91 h 121"/>
                <a:gd name="T34" fmla="*/ 19 w 86"/>
                <a:gd name="T35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" h="121">
                  <a:moveTo>
                    <a:pt x="66" y="45"/>
                  </a:moveTo>
                  <a:lnTo>
                    <a:pt x="66" y="45"/>
                  </a:lnTo>
                  <a:cubicBezTo>
                    <a:pt x="66" y="28"/>
                    <a:pt x="56" y="16"/>
                    <a:pt x="42" y="16"/>
                  </a:cubicBezTo>
                  <a:cubicBezTo>
                    <a:pt x="33" y="16"/>
                    <a:pt x="23" y="21"/>
                    <a:pt x="19" y="28"/>
                  </a:cubicBezTo>
                  <a:lnTo>
                    <a:pt x="19" y="62"/>
                  </a:lnTo>
                  <a:cubicBezTo>
                    <a:pt x="23" y="68"/>
                    <a:pt x="33" y="74"/>
                    <a:pt x="42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6"/>
                  </a:moveTo>
                  <a:lnTo>
                    <a:pt x="19" y="76"/>
                  </a:lnTo>
                  <a:lnTo>
                    <a:pt x="19" y="121"/>
                  </a:lnTo>
                  <a:lnTo>
                    <a:pt x="0" y="121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6" y="5"/>
                    <a:pt x="36" y="0"/>
                    <a:pt x="47" y="0"/>
                  </a:cubicBezTo>
                  <a:cubicBezTo>
                    <a:pt x="70" y="0"/>
                    <a:pt x="86" y="16"/>
                    <a:pt x="86" y="45"/>
                  </a:cubicBezTo>
                  <a:cubicBezTo>
                    <a:pt x="86" y="73"/>
                    <a:pt x="70" y="91"/>
                    <a:pt x="47" y="91"/>
                  </a:cubicBezTo>
                  <a:cubicBezTo>
                    <a:pt x="36" y="91"/>
                    <a:pt x="26" y="86"/>
                    <a:pt x="19" y="7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F4D966A0-D170-4B1F-BA14-14DB5605B9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92252" y="1720866"/>
              <a:ext cx="85725" cy="87313"/>
            </a:xfrm>
            <a:custGeom>
              <a:avLst/>
              <a:gdLst>
                <a:gd name="T0" fmla="*/ 70 w 89"/>
                <a:gd name="T1" fmla="*/ 45 h 91"/>
                <a:gd name="T2" fmla="*/ 70 w 89"/>
                <a:gd name="T3" fmla="*/ 45 h 91"/>
                <a:gd name="T4" fmla="*/ 45 w 89"/>
                <a:gd name="T5" fmla="*/ 16 h 91"/>
                <a:gd name="T6" fmla="*/ 20 w 89"/>
                <a:gd name="T7" fmla="*/ 45 h 91"/>
                <a:gd name="T8" fmla="*/ 45 w 89"/>
                <a:gd name="T9" fmla="*/ 74 h 91"/>
                <a:gd name="T10" fmla="*/ 70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5 w 89"/>
                <a:gd name="T17" fmla="*/ 0 h 91"/>
                <a:gd name="T18" fmla="*/ 89 w 89"/>
                <a:gd name="T19" fmla="*/ 45 h 91"/>
                <a:gd name="T20" fmla="*/ 45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6"/>
                    <a:pt x="45" y="16"/>
                  </a:cubicBezTo>
                  <a:cubicBezTo>
                    <a:pt x="29" y="16"/>
                    <a:pt x="20" y="30"/>
                    <a:pt x="20" y="45"/>
                  </a:cubicBezTo>
                  <a:cubicBezTo>
                    <a:pt x="20" y="60"/>
                    <a:pt x="29" y="74"/>
                    <a:pt x="45" y="74"/>
                  </a:cubicBezTo>
                  <a:cubicBezTo>
                    <a:pt x="61" y="74"/>
                    <a:pt x="70" y="60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5" y="0"/>
                  </a:cubicBezTo>
                  <a:cubicBezTo>
                    <a:pt x="73" y="0"/>
                    <a:pt x="89" y="20"/>
                    <a:pt x="89" y="45"/>
                  </a:cubicBezTo>
                  <a:cubicBezTo>
                    <a:pt x="89" y="70"/>
                    <a:pt x="73" y="91"/>
                    <a:pt x="45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FD2843CB-4170-4281-B829-9945BEFE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440" y="1722454"/>
              <a:ext cx="76200" cy="82551"/>
            </a:xfrm>
            <a:custGeom>
              <a:avLst/>
              <a:gdLst>
                <a:gd name="T0" fmla="*/ 61 w 80"/>
                <a:gd name="T1" fmla="*/ 60 h 86"/>
                <a:gd name="T2" fmla="*/ 61 w 80"/>
                <a:gd name="T3" fmla="*/ 60 h 86"/>
                <a:gd name="T4" fmla="*/ 50 w 80"/>
                <a:gd name="T5" fmla="*/ 50 h 86"/>
                <a:gd name="T6" fmla="*/ 19 w 80"/>
                <a:gd name="T7" fmla="*/ 50 h 86"/>
                <a:gd name="T8" fmla="*/ 19 w 80"/>
                <a:gd name="T9" fmla="*/ 70 h 86"/>
                <a:gd name="T10" fmla="*/ 50 w 80"/>
                <a:gd name="T11" fmla="*/ 70 h 86"/>
                <a:gd name="T12" fmla="*/ 61 w 80"/>
                <a:gd name="T13" fmla="*/ 60 h 86"/>
                <a:gd name="T14" fmla="*/ 59 w 80"/>
                <a:gd name="T15" fmla="*/ 25 h 86"/>
                <a:gd name="T16" fmla="*/ 59 w 80"/>
                <a:gd name="T17" fmla="*/ 25 h 86"/>
                <a:gd name="T18" fmla="*/ 49 w 80"/>
                <a:gd name="T19" fmla="*/ 16 h 86"/>
                <a:gd name="T20" fmla="*/ 19 w 80"/>
                <a:gd name="T21" fmla="*/ 16 h 86"/>
                <a:gd name="T22" fmla="*/ 19 w 80"/>
                <a:gd name="T23" fmla="*/ 34 h 86"/>
                <a:gd name="T24" fmla="*/ 49 w 80"/>
                <a:gd name="T25" fmla="*/ 34 h 86"/>
                <a:gd name="T26" fmla="*/ 59 w 80"/>
                <a:gd name="T27" fmla="*/ 25 h 86"/>
                <a:gd name="T28" fmla="*/ 0 w 80"/>
                <a:gd name="T29" fmla="*/ 86 h 86"/>
                <a:gd name="T30" fmla="*/ 0 w 80"/>
                <a:gd name="T31" fmla="*/ 86 h 86"/>
                <a:gd name="T32" fmla="*/ 0 w 80"/>
                <a:gd name="T33" fmla="*/ 0 h 86"/>
                <a:gd name="T34" fmla="*/ 53 w 80"/>
                <a:gd name="T35" fmla="*/ 0 h 86"/>
                <a:gd name="T36" fmla="*/ 78 w 80"/>
                <a:gd name="T37" fmla="*/ 22 h 86"/>
                <a:gd name="T38" fmla="*/ 64 w 80"/>
                <a:gd name="T39" fmla="*/ 42 h 86"/>
                <a:gd name="T40" fmla="*/ 80 w 80"/>
                <a:gd name="T41" fmla="*/ 63 h 86"/>
                <a:gd name="T42" fmla="*/ 54 w 80"/>
                <a:gd name="T43" fmla="*/ 86 h 86"/>
                <a:gd name="T44" fmla="*/ 0 w 80"/>
                <a:gd name="T4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" h="86">
                  <a:moveTo>
                    <a:pt x="61" y="60"/>
                  </a:moveTo>
                  <a:lnTo>
                    <a:pt x="61" y="60"/>
                  </a:lnTo>
                  <a:cubicBezTo>
                    <a:pt x="61" y="55"/>
                    <a:pt x="57" y="50"/>
                    <a:pt x="50" y="50"/>
                  </a:cubicBezTo>
                  <a:lnTo>
                    <a:pt x="19" y="50"/>
                  </a:lnTo>
                  <a:lnTo>
                    <a:pt x="19" y="70"/>
                  </a:lnTo>
                  <a:lnTo>
                    <a:pt x="50" y="70"/>
                  </a:lnTo>
                  <a:cubicBezTo>
                    <a:pt x="56" y="70"/>
                    <a:pt x="61" y="66"/>
                    <a:pt x="61" y="60"/>
                  </a:cubicBezTo>
                  <a:close/>
                  <a:moveTo>
                    <a:pt x="59" y="25"/>
                  </a:moveTo>
                  <a:lnTo>
                    <a:pt x="59" y="25"/>
                  </a:lnTo>
                  <a:cubicBezTo>
                    <a:pt x="59" y="20"/>
                    <a:pt x="55" y="16"/>
                    <a:pt x="49" y="16"/>
                  </a:cubicBezTo>
                  <a:lnTo>
                    <a:pt x="19" y="16"/>
                  </a:lnTo>
                  <a:lnTo>
                    <a:pt x="19" y="34"/>
                  </a:lnTo>
                  <a:lnTo>
                    <a:pt x="49" y="34"/>
                  </a:lnTo>
                  <a:cubicBezTo>
                    <a:pt x="55" y="34"/>
                    <a:pt x="59" y="30"/>
                    <a:pt x="59" y="25"/>
                  </a:cubicBezTo>
                  <a:close/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53" y="0"/>
                  </a:lnTo>
                  <a:cubicBezTo>
                    <a:pt x="69" y="0"/>
                    <a:pt x="78" y="10"/>
                    <a:pt x="78" y="22"/>
                  </a:cubicBezTo>
                  <a:cubicBezTo>
                    <a:pt x="78" y="32"/>
                    <a:pt x="72" y="39"/>
                    <a:pt x="64" y="42"/>
                  </a:cubicBezTo>
                  <a:cubicBezTo>
                    <a:pt x="73" y="44"/>
                    <a:pt x="80" y="53"/>
                    <a:pt x="80" y="63"/>
                  </a:cubicBezTo>
                  <a:cubicBezTo>
                    <a:pt x="80" y="76"/>
                    <a:pt x="71" y="86"/>
                    <a:pt x="54" y="86"/>
                  </a:cubicBez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B9A4D8AF-A314-41D4-ABD4-73333C1117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89102" y="1720866"/>
              <a:ext cx="73025" cy="87313"/>
            </a:xfrm>
            <a:custGeom>
              <a:avLst/>
              <a:gdLst>
                <a:gd name="T0" fmla="*/ 59 w 77"/>
                <a:gd name="T1" fmla="*/ 69 h 91"/>
                <a:gd name="T2" fmla="*/ 59 w 77"/>
                <a:gd name="T3" fmla="*/ 69 h 91"/>
                <a:gd name="T4" fmla="*/ 59 w 77"/>
                <a:gd name="T5" fmla="*/ 56 h 91"/>
                <a:gd name="T6" fmla="*/ 38 w 77"/>
                <a:gd name="T7" fmla="*/ 47 h 91"/>
                <a:gd name="T8" fmla="*/ 19 w 77"/>
                <a:gd name="T9" fmla="*/ 62 h 91"/>
                <a:gd name="T10" fmla="*/ 38 w 77"/>
                <a:gd name="T11" fmla="*/ 78 h 91"/>
                <a:gd name="T12" fmla="*/ 59 w 77"/>
                <a:gd name="T13" fmla="*/ 69 h 91"/>
                <a:gd name="T14" fmla="*/ 59 w 77"/>
                <a:gd name="T15" fmla="*/ 88 h 91"/>
                <a:gd name="T16" fmla="*/ 59 w 77"/>
                <a:gd name="T17" fmla="*/ 88 h 91"/>
                <a:gd name="T18" fmla="*/ 59 w 77"/>
                <a:gd name="T19" fmla="*/ 79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9 w 77"/>
                <a:gd name="T27" fmla="*/ 45 h 91"/>
                <a:gd name="T28" fmla="*/ 59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5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8 h 91"/>
                <a:gd name="T42" fmla="*/ 59 w 77"/>
                <a:gd name="T43" fmla="*/ 8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9" y="69"/>
                  </a:moveTo>
                  <a:lnTo>
                    <a:pt x="59" y="69"/>
                  </a:lnTo>
                  <a:lnTo>
                    <a:pt x="59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2"/>
                  </a:cubicBezTo>
                  <a:cubicBezTo>
                    <a:pt x="19" y="71"/>
                    <a:pt x="27" y="78"/>
                    <a:pt x="38" y="78"/>
                  </a:cubicBezTo>
                  <a:cubicBezTo>
                    <a:pt x="46" y="78"/>
                    <a:pt x="54" y="75"/>
                    <a:pt x="59" y="69"/>
                  </a:cubicBezTo>
                  <a:close/>
                  <a:moveTo>
                    <a:pt x="59" y="88"/>
                  </a:moveTo>
                  <a:lnTo>
                    <a:pt x="59" y="88"/>
                  </a:lnTo>
                  <a:lnTo>
                    <a:pt x="59" y="79"/>
                  </a:lnTo>
                  <a:cubicBezTo>
                    <a:pt x="52" y="86"/>
                    <a:pt x="42" y="91"/>
                    <a:pt x="30" y="91"/>
                  </a:cubicBezTo>
                  <a:cubicBezTo>
                    <a:pt x="16" y="91"/>
                    <a:pt x="0" y="81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7"/>
                    <a:pt x="59" y="45"/>
                  </a:cubicBezTo>
                  <a:lnTo>
                    <a:pt x="59" y="32"/>
                  </a:lnTo>
                  <a:cubicBezTo>
                    <a:pt x="59" y="22"/>
                    <a:pt x="50" y="16"/>
                    <a:pt x="38" y="16"/>
                  </a:cubicBezTo>
                  <a:cubicBezTo>
                    <a:pt x="29" y="16"/>
                    <a:pt x="20" y="19"/>
                    <a:pt x="12" y="27"/>
                  </a:cubicBezTo>
                  <a:lnTo>
                    <a:pt x="5" y="14"/>
                  </a:lnTo>
                  <a:cubicBezTo>
                    <a:pt x="15" y="4"/>
                    <a:pt x="27" y="0"/>
                    <a:pt x="41" y="0"/>
                  </a:cubicBezTo>
                  <a:cubicBezTo>
                    <a:pt x="61" y="0"/>
                    <a:pt x="77" y="8"/>
                    <a:pt x="77" y="31"/>
                  </a:cubicBezTo>
                  <a:lnTo>
                    <a:pt x="77" y="88"/>
                  </a:lnTo>
                  <a:lnTo>
                    <a:pt x="59" y="88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295EEA4B-F253-460D-90A8-00DAE2B85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85940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76553B87-6F32-46DA-9358-2A4640405B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82778" y="1722454"/>
              <a:ext cx="74613" cy="82551"/>
            </a:xfrm>
            <a:custGeom>
              <a:avLst/>
              <a:gdLst>
                <a:gd name="T0" fmla="*/ 0 w 78"/>
                <a:gd name="T1" fmla="*/ 86 h 86"/>
                <a:gd name="T2" fmla="*/ 0 w 78"/>
                <a:gd name="T3" fmla="*/ 86 h 86"/>
                <a:gd name="T4" fmla="*/ 0 w 78"/>
                <a:gd name="T5" fmla="*/ 0 h 86"/>
                <a:gd name="T6" fmla="*/ 19 w 78"/>
                <a:gd name="T7" fmla="*/ 0 h 86"/>
                <a:gd name="T8" fmla="*/ 19 w 78"/>
                <a:gd name="T9" fmla="*/ 34 h 86"/>
                <a:gd name="T10" fmla="*/ 59 w 78"/>
                <a:gd name="T11" fmla="*/ 34 h 86"/>
                <a:gd name="T12" fmla="*/ 59 w 78"/>
                <a:gd name="T13" fmla="*/ 0 h 86"/>
                <a:gd name="T14" fmla="*/ 78 w 78"/>
                <a:gd name="T15" fmla="*/ 0 h 86"/>
                <a:gd name="T16" fmla="*/ 78 w 78"/>
                <a:gd name="T17" fmla="*/ 86 h 86"/>
                <a:gd name="T18" fmla="*/ 59 w 78"/>
                <a:gd name="T19" fmla="*/ 86 h 86"/>
                <a:gd name="T20" fmla="*/ 59 w 78"/>
                <a:gd name="T21" fmla="*/ 50 h 86"/>
                <a:gd name="T22" fmla="*/ 19 w 78"/>
                <a:gd name="T23" fmla="*/ 50 h 86"/>
                <a:gd name="T24" fmla="*/ 19 w 78"/>
                <a:gd name="T25" fmla="*/ 86 h 86"/>
                <a:gd name="T26" fmla="*/ 0 w 78"/>
                <a:gd name="T2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6">
                  <a:moveTo>
                    <a:pt x="0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6"/>
                  </a:lnTo>
                  <a:lnTo>
                    <a:pt x="59" y="86"/>
                  </a:lnTo>
                  <a:lnTo>
                    <a:pt x="59" y="50"/>
                  </a:lnTo>
                  <a:lnTo>
                    <a:pt x="19" y="50"/>
                  </a:lnTo>
                  <a:lnTo>
                    <a:pt x="19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607F3CB-713B-41D9-B801-626DC8019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76440" y="1720866"/>
              <a:ext cx="85725" cy="87313"/>
            </a:xfrm>
            <a:custGeom>
              <a:avLst/>
              <a:gdLst>
                <a:gd name="T0" fmla="*/ 70 w 90"/>
                <a:gd name="T1" fmla="*/ 45 h 91"/>
                <a:gd name="T2" fmla="*/ 70 w 90"/>
                <a:gd name="T3" fmla="*/ 45 h 91"/>
                <a:gd name="T4" fmla="*/ 45 w 90"/>
                <a:gd name="T5" fmla="*/ 16 h 91"/>
                <a:gd name="T6" fmla="*/ 20 w 90"/>
                <a:gd name="T7" fmla="*/ 45 h 91"/>
                <a:gd name="T8" fmla="*/ 45 w 90"/>
                <a:gd name="T9" fmla="*/ 74 h 91"/>
                <a:gd name="T10" fmla="*/ 70 w 90"/>
                <a:gd name="T11" fmla="*/ 45 h 91"/>
                <a:gd name="T12" fmla="*/ 0 w 90"/>
                <a:gd name="T13" fmla="*/ 45 h 91"/>
                <a:gd name="T14" fmla="*/ 0 w 90"/>
                <a:gd name="T15" fmla="*/ 45 h 91"/>
                <a:gd name="T16" fmla="*/ 45 w 90"/>
                <a:gd name="T17" fmla="*/ 0 h 91"/>
                <a:gd name="T18" fmla="*/ 90 w 90"/>
                <a:gd name="T19" fmla="*/ 45 h 91"/>
                <a:gd name="T20" fmla="*/ 45 w 90"/>
                <a:gd name="T21" fmla="*/ 91 h 91"/>
                <a:gd name="T22" fmla="*/ 0 w 90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6"/>
                    <a:pt x="45" y="16"/>
                  </a:cubicBezTo>
                  <a:cubicBezTo>
                    <a:pt x="29" y="16"/>
                    <a:pt x="20" y="30"/>
                    <a:pt x="20" y="45"/>
                  </a:cubicBezTo>
                  <a:cubicBezTo>
                    <a:pt x="20" y="60"/>
                    <a:pt x="29" y="74"/>
                    <a:pt x="45" y="74"/>
                  </a:cubicBezTo>
                  <a:cubicBezTo>
                    <a:pt x="61" y="74"/>
                    <a:pt x="70" y="60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5" y="0"/>
                  </a:cubicBezTo>
                  <a:cubicBezTo>
                    <a:pt x="73" y="0"/>
                    <a:pt x="90" y="20"/>
                    <a:pt x="90" y="45"/>
                  </a:cubicBezTo>
                  <a:cubicBezTo>
                    <a:pt x="90" y="70"/>
                    <a:pt x="73" y="91"/>
                    <a:pt x="45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8A848358-66E3-4855-99B2-3F636ECB88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79628" y="1722454"/>
              <a:ext cx="63500" cy="82551"/>
            </a:xfrm>
            <a:custGeom>
              <a:avLst/>
              <a:gdLst>
                <a:gd name="T0" fmla="*/ 66 w 66"/>
                <a:gd name="T1" fmla="*/ 16 h 86"/>
                <a:gd name="T2" fmla="*/ 66 w 66"/>
                <a:gd name="T3" fmla="*/ 16 h 86"/>
                <a:gd name="T4" fmla="*/ 19 w 66"/>
                <a:gd name="T5" fmla="*/ 16 h 86"/>
                <a:gd name="T6" fmla="*/ 19 w 66"/>
                <a:gd name="T7" fmla="*/ 86 h 86"/>
                <a:gd name="T8" fmla="*/ 0 w 66"/>
                <a:gd name="T9" fmla="*/ 86 h 86"/>
                <a:gd name="T10" fmla="*/ 0 w 66"/>
                <a:gd name="T11" fmla="*/ 0 h 86"/>
                <a:gd name="T12" fmla="*/ 66 w 66"/>
                <a:gd name="T13" fmla="*/ 0 h 86"/>
                <a:gd name="T14" fmla="*/ 66 w 66"/>
                <a:gd name="T15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86">
                  <a:moveTo>
                    <a:pt x="66" y="16"/>
                  </a:moveTo>
                  <a:lnTo>
                    <a:pt x="66" y="16"/>
                  </a:lnTo>
                  <a:lnTo>
                    <a:pt x="19" y="16"/>
                  </a:lnTo>
                  <a:lnTo>
                    <a:pt x="19" y="86"/>
                  </a:lnTo>
                  <a:lnTo>
                    <a:pt x="0" y="86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86DE0889-7E25-4330-900E-CD409EF059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52653" y="1720866"/>
              <a:ext cx="84138" cy="87313"/>
            </a:xfrm>
            <a:custGeom>
              <a:avLst/>
              <a:gdLst>
                <a:gd name="T0" fmla="*/ 69 w 89"/>
                <a:gd name="T1" fmla="*/ 45 h 91"/>
                <a:gd name="T2" fmla="*/ 69 w 89"/>
                <a:gd name="T3" fmla="*/ 45 h 91"/>
                <a:gd name="T4" fmla="*/ 44 w 89"/>
                <a:gd name="T5" fmla="*/ 16 h 91"/>
                <a:gd name="T6" fmla="*/ 19 w 89"/>
                <a:gd name="T7" fmla="*/ 45 h 91"/>
                <a:gd name="T8" fmla="*/ 44 w 89"/>
                <a:gd name="T9" fmla="*/ 74 h 91"/>
                <a:gd name="T10" fmla="*/ 69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4 w 89"/>
                <a:gd name="T17" fmla="*/ 0 h 91"/>
                <a:gd name="T18" fmla="*/ 89 w 89"/>
                <a:gd name="T19" fmla="*/ 45 h 91"/>
                <a:gd name="T20" fmla="*/ 44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69" y="45"/>
                  </a:moveTo>
                  <a:lnTo>
                    <a:pt x="69" y="45"/>
                  </a:lnTo>
                  <a:cubicBezTo>
                    <a:pt x="69" y="30"/>
                    <a:pt x="60" y="16"/>
                    <a:pt x="44" y="16"/>
                  </a:cubicBezTo>
                  <a:cubicBezTo>
                    <a:pt x="28" y="16"/>
                    <a:pt x="19" y="30"/>
                    <a:pt x="19" y="45"/>
                  </a:cubicBezTo>
                  <a:cubicBezTo>
                    <a:pt x="19" y="60"/>
                    <a:pt x="28" y="74"/>
                    <a:pt x="44" y="74"/>
                  </a:cubicBezTo>
                  <a:cubicBezTo>
                    <a:pt x="60" y="74"/>
                    <a:pt x="69" y="60"/>
                    <a:pt x="69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0"/>
                    <a:pt x="17" y="0"/>
                    <a:pt x="44" y="0"/>
                  </a:cubicBezTo>
                  <a:cubicBezTo>
                    <a:pt x="72" y="0"/>
                    <a:pt x="89" y="20"/>
                    <a:pt x="89" y="45"/>
                  </a:cubicBezTo>
                  <a:cubicBezTo>
                    <a:pt x="89" y="70"/>
                    <a:pt x="72" y="91"/>
                    <a:pt x="44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B814D430-3186-4ECE-BD28-5D1AAB8484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2001" y="1890730"/>
              <a:ext cx="73025" cy="82551"/>
            </a:xfrm>
            <a:custGeom>
              <a:avLst/>
              <a:gdLst>
                <a:gd name="T0" fmla="*/ 58 w 77"/>
                <a:gd name="T1" fmla="*/ 87 h 87"/>
                <a:gd name="T2" fmla="*/ 58 w 77"/>
                <a:gd name="T3" fmla="*/ 87 h 87"/>
                <a:gd name="T4" fmla="*/ 58 w 77"/>
                <a:gd name="T5" fmla="*/ 17 h 87"/>
                <a:gd name="T6" fmla="*/ 19 w 77"/>
                <a:gd name="T7" fmla="*/ 17 h 87"/>
                <a:gd name="T8" fmla="*/ 19 w 77"/>
                <a:gd name="T9" fmla="*/ 87 h 87"/>
                <a:gd name="T10" fmla="*/ 0 w 77"/>
                <a:gd name="T11" fmla="*/ 87 h 87"/>
                <a:gd name="T12" fmla="*/ 0 w 77"/>
                <a:gd name="T13" fmla="*/ 0 h 87"/>
                <a:gd name="T14" fmla="*/ 77 w 77"/>
                <a:gd name="T15" fmla="*/ 0 h 87"/>
                <a:gd name="T16" fmla="*/ 77 w 77"/>
                <a:gd name="T17" fmla="*/ 87 h 87"/>
                <a:gd name="T18" fmla="*/ 58 w 77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87">
                  <a:moveTo>
                    <a:pt x="58" y="87"/>
                  </a:moveTo>
                  <a:lnTo>
                    <a:pt x="58" y="87"/>
                  </a:lnTo>
                  <a:lnTo>
                    <a:pt x="58" y="17"/>
                  </a:lnTo>
                  <a:lnTo>
                    <a:pt x="19" y="17"/>
                  </a:lnTo>
                  <a:lnTo>
                    <a:pt x="19" y="87"/>
                  </a:lnTo>
                  <a:lnTo>
                    <a:pt x="0" y="87"/>
                  </a:lnTo>
                  <a:lnTo>
                    <a:pt x="0" y="0"/>
                  </a:lnTo>
                  <a:lnTo>
                    <a:pt x="77" y="0"/>
                  </a:lnTo>
                  <a:lnTo>
                    <a:pt x="77" y="87"/>
                  </a:lnTo>
                  <a:lnTo>
                    <a:pt x="58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B0613017-2EBF-44B2-B036-7A0FC4BD9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901" y="1890730"/>
              <a:ext cx="82550" cy="84138"/>
            </a:xfrm>
            <a:custGeom>
              <a:avLst/>
              <a:gdLst>
                <a:gd name="T0" fmla="*/ 0 w 87"/>
                <a:gd name="T1" fmla="*/ 74 h 89"/>
                <a:gd name="T2" fmla="*/ 0 w 87"/>
                <a:gd name="T3" fmla="*/ 74 h 89"/>
                <a:gd name="T4" fmla="*/ 14 w 87"/>
                <a:gd name="T5" fmla="*/ 42 h 89"/>
                <a:gd name="T6" fmla="*/ 19 w 87"/>
                <a:gd name="T7" fmla="*/ 0 h 89"/>
                <a:gd name="T8" fmla="*/ 87 w 87"/>
                <a:gd name="T9" fmla="*/ 0 h 89"/>
                <a:gd name="T10" fmla="*/ 87 w 87"/>
                <a:gd name="T11" fmla="*/ 87 h 89"/>
                <a:gd name="T12" fmla="*/ 68 w 87"/>
                <a:gd name="T13" fmla="*/ 87 h 89"/>
                <a:gd name="T14" fmla="*/ 68 w 87"/>
                <a:gd name="T15" fmla="*/ 17 h 89"/>
                <a:gd name="T16" fmla="*/ 36 w 87"/>
                <a:gd name="T17" fmla="*/ 17 h 89"/>
                <a:gd name="T18" fmla="*/ 33 w 87"/>
                <a:gd name="T19" fmla="*/ 45 h 89"/>
                <a:gd name="T20" fmla="*/ 0 w 87"/>
                <a:gd name="T21" fmla="*/ 89 h 89"/>
                <a:gd name="T22" fmla="*/ 0 w 87"/>
                <a:gd name="T23" fmla="*/ 7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7" h="89">
                  <a:moveTo>
                    <a:pt x="0" y="74"/>
                  </a:moveTo>
                  <a:lnTo>
                    <a:pt x="0" y="74"/>
                  </a:lnTo>
                  <a:cubicBezTo>
                    <a:pt x="7" y="74"/>
                    <a:pt x="11" y="65"/>
                    <a:pt x="14" y="42"/>
                  </a:cubicBezTo>
                  <a:lnTo>
                    <a:pt x="19" y="0"/>
                  </a:lnTo>
                  <a:lnTo>
                    <a:pt x="87" y="0"/>
                  </a:lnTo>
                  <a:lnTo>
                    <a:pt x="87" y="87"/>
                  </a:lnTo>
                  <a:lnTo>
                    <a:pt x="68" y="87"/>
                  </a:lnTo>
                  <a:lnTo>
                    <a:pt x="68" y="17"/>
                  </a:lnTo>
                  <a:lnTo>
                    <a:pt x="36" y="17"/>
                  </a:lnTo>
                  <a:lnTo>
                    <a:pt x="33" y="45"/>
                  </a:lnTo>
                  <a:cubicBezTo>
                    <a:pt x="30" y="76"/>
                    <a:pt x="19" y="89"/>
                    <a:pt x="0" y="89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9CF08CE1-F15C-407B-A796-220740C2C9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2501" y="1889143"/>
              <a:ext cx="73025" cy="85726"/>
            </a:xfrm>
            <a:custGeom>
              <a:avLst/>
              <a:gdLst>
                <a:gd name="T0" fmla="*/ 58 w 77"/>
                <a:gd name="T1" fmla="*/ 69 h 91"/>
                <a:gd name="T2" fmla="*/ 58 w 77"/>
                <a:gd name="T3" fmla="*/ 69 h 91"/>
                <a:gd name="T4" fmla="*/ 58 w 77"/>
                <a:gd name="T5" fmla="*/ 56 h 91"/>
                <a:gd name="T6" fmla="*/ 38 w 77"/>
                <a:gd name="T7" fmla="*/ 47 h 91"/>
                <a:gd name="T8" fmla="*/ 19 w 77"/>
                <a:gd name="T9" fmla="*/ 63 h 91"/>
                <a:gd name="T10" fmla="*/ 38 w 77"/>
                <a:gd name="T11" fmla="*/ 78 h 91"/>
                <a:gd name="T12" fmla="*/ 58 w 77"/>
                <a:gd name="T13" fmla="*/ 69 h 91"/>
                <a:gd name="T14" fmla="*/ 58 w 77"/>
                <a:gd name="T15" fmla="*/ 89 h 91"/>
                <a:gd name="T16" fmla="*/ 58 w 77"/>
                <a:gd name="T17" fmla="*/ 89 h 91"/>
                <a:gd name="T18" fmla="*/ 58 w 77"/>
                <a:gd name="T19" fmla="*/ 80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8 w 77"/>
                <a:gd name="T27" fmla="*/ 45 h 91"/>
                <a:gd name="T28" fmla="*/ 58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4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9 h 91"/>
                <a:gd name="T42" fmla="*/ 58 w 77"/>
                <a:gd name="T43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8" y="69"/>
                  </a:moveTo>
                  <a:lnTo>
                    <a:pt x="58" y="69"/>
                  </a:lnTo>
                  <a:lnTo>
                    <a:pt x="58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3"/>
                  </a:cubicBezTo>
                  <a:cubicBezTo>
                    <a:pt x="19" y="72"/>
                    <a:pt x="27" y="78"/>
                    <a:pt x="38" y="78"/>
                  </a:cubicBezTo>
                  <a:cubicBezTo>
                    <a:pt x="46" y="78"/>
                    <a:pt x="54" y="75"/>
                    <a:pt x="58" y="69"/>
                  </a:cubicBezTo>
                  <a:close/>
                  <a:moveTo>
                    <a:pt x="58" y="89"/>
                  </a:moveTo>
                  <a:lnTo>
                    <a:pt x="58" y="89"/>
                  </a:lnTo>
                  <a:lnTo>
                    <a:pt x="58" y="80"/>
                  </a:lnTo>
                  <a:cubicBezTo>
                    <a:pt x="52" y="87"/>
                    <a:pt x="42" y="91"/>
                    <a:pt x="30" y="91"/>
                  </a:cubicBezTo>
                  <a:cubicBezTo>
                    <a:pt x="16" y="91"/>
                    <a:pt x="0" y="82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8"/>
                    <a:pt x="58" y="45"/>
                  </a:cubicBezTo>
                  <a:lnTo>
                    <a:pt x="58" y="32"/>
                  </a:lnTo>
                  <a:cubicBezTo>
                    <a:pt x="58" y="22"/>
                    <a:pt x="50" y="16"/>
                    <a:pt x="38" y="16"/>
                  </a:cubicBezTo>
                  <a:cubicBezTo>
                    <a:pt x="28" y="16"/>
                    <a:pt x="20" y="20"/>
                    <a:pt x="12" y="27"/>
                  </a:cubicBezTo>
                  <a:lnTo>
                    <a:pt x="4" y="14"/>
                  </a:lnTo>
                  <a:cubicBezTo>
                    <a:pt x="14" y="5"/>
                    <a:pt x="27" y="0"/>
                    <a:pt x="41" y="0"/>
                  </a:cubicBezTo>
                  <a:cubicBezTo>
                    <a:pt x="60" y="0"/>
                    <a:pt x="77" y="8"/>
                    <a:pt x="77" y="31"/>
                  </a:cubicBezTo>
                  <a:lnTo>
                    <a:pt x="77" y="89"/>
                  </a:lnTo>
                  <a:lnTo>
                    <a:pt x="58" y="8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B6A92C68-F733-4053-8A1F-674EB96A47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339" y="1890730"/>
              <a:ext cx="73025" cy="82551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87 h 87"/>
                <a:gd name="T4" fmla="*/ 0 w 77"/>
                <a:gd name="T5" fmla="*/ 0 h 87"/>
                <a:gd name="T6" fmla="*/ 19 w 77"/>
                <a:gd name="T7" fmla="*/ 0 h 87"/>
                <a:gd name="T8" fmla="*/ 19 w 77"/>
                <a:gd name="T9" fmla="*/ 34 h 87"/>
                <a:gd name="T10" fmla="*/ 58 w 77"/>
                <a:gd name="T11" fmla="*/ 34 h 87"/>
                <a:gd name="T12" fmla="*/ 58 w 77"/>
                <a:gd name="T13" fmla="*/ 0 h 87"/>
                <a:gd name="T14" fmla="*/ 77 w 77"/>
                <a:gd name="T15" fmla="*/ 0 h 87"/>
                <a:gd name="T16" fmla="*/ 77 w 77"/>
                <a:gd name="T17" fmla="*/ 87 h 87"/>
                <a:gd name="T18" fmla="*/ 58 w 77"/>
                <a:gd name="T19" fmla="*/ 87 h 87"/>
                <a:gd name="T20" fmla="*/ 58 w 77"/>
                <a:gd name="T21" fmla="*/ 51 h 87"/>
                <a:gd name="T22" fmla="*/ 19 w 77"/>
                <a:gd name="T23" fmla="*/ 51 h 87"/>
                <a:gd name="T24" fmla="*/ 19 w 77"/>
                <a:gd name="T25" fmla="*/ 87 h 87"/>
                <a:gd name="T26" fmla="*/ 0 w 77"/>
                <a:gd name="T2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8" y="34"/>
                  </a:lnTo>
                  <a:lnTo>
                    <a:pt x="58" y="0"/>
                  </a:lnTo>
                  <a:lnTo>
                    <a:pt x="77" y="0"/>
                  </a:lnTo>
                  <a:lnTo>
                    <a:pt x="77" y="87"/>
                  </a:lnTo>
                  <a:lnTo>
                    <a:pt x="58" y="87"/>
                  </a:lnTo>
                  <a:lnTo>
                    <a:pt x="58" y="51"/>
                  </a:lnTo>
                  <a:lnTo>
                    <a:pt x="19" y="51"/>
                  </a:lnTo>
                  <a:lnTo>
                    <a:pt x="19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12DD3A9C-43CE-42B8-B5C7-19CC36C225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6177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59 h 87"/>
                <a:gd name="T10" fmla="*/ 59 w 78"/>
                <a:gd name="T11" fmla="*/ 0 h 87"/>
                <a:gd name="T12" fmla="*/ 78 w 78"/>
                <a:gd name="T13" fmla="*/ 0 h 87"/>
                <a:gd name="T14" fmla="*/ 78 w 78"/>
                <a:gd name="T15" fmla="*/ 87 h 87"/>
                <a:gd name="T16" fmla="*/ 59 w 78"/>
                <a:gd name="T17" fmla="*/ 87 h 87"/>
                <a:gd name="T18" fmla="*/ 59 w 78"/>
                <a:gd name="T19" fmla="*/ 27 h 87"/>
                <a:gd name="T20" fmla="*/ 18 w 78"/>
                <a:gd name="T21" fmla="*/ 87 h 87"/>
                <a:gd name="T22" fmla="*/ 0 w 78"/>
                <a:gd name="T2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9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27"/>
                  </a:lnTo>
                  <a:lnTo>
                    <a:pt x="18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4D594745-DB7C-418F-B3A5-354CD6D14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43014" y="1889143"/>
              <a:ext cx="80963" cy="115889"/>
            </a:xfrm>
            <a:custGeom>
              <a:avLst/>
              <a:gdLst>
                <a:gd name="T0" fmla="*/ 66 w 85"/>
                <a:gd name="T1" fmla="*/ 45 h 122"/>
                <a:gd name="T2" fmla="*/ 66 w 85"/>
                <a:gd name="T3" fmla="*/ 45 h 122"/>
                <a:gd name="T4" fmla="*/ 41 w 85"/>
                <a:gd name="T5" fmla="*/ 17 h 122"/>
                <a:gd name="T6" fmla="*/ 19 w 85"/>
                <a:gd name="T7" fmla="*/ 28 h 122"/>
                <a:gd name="T8" fmla="*/ 19 w 85"/>
                <a:gd name="T9" fmla="*/ 63 h 122"/>
                <a:gd name="T10" fmla="*/ 41 w 85"/>
                <a:gd name="T11" fmla="*/ 74 h 122"/>
                <a:gd name="T12" fmla="*/ 66 w 85"/>
                <a:gd name="T13" fmla="*/ 45 h 122"/>
                <a:gd name="T14" fmla="*/ 19 w 85"/>
                <a:gd name="T15" fmla="*/ 77 h 122"/>
                <a:gd name="T16" fmla="*/ 19 w 85"/>
                <a:gd name="T17" fmla="*/ 77 h 122"/>
                <a:gd name="T18" fmla="*/ 19 w 85"/>
                <a:gd name="T19" fmla="*/ 122 h 122"/>
                <a:gd name="T20" fmla="*/ 0 w 85"/>
                <a:gd name="T21" fmla="*/ 122 h 122"/>
                <a:gd name="T22" fmla="*/ 0 w 85"/>
                <a:gd name="T23" fmla="*/ 2 h 122"/>
                <a:gd name="T24" fmla="*/ 19 w 85"/>
                <a:gd name="T25" fmla="*/ 2 h 122"/>
                <a:gd name="T26" fmla="*/ 19 w 85"/>
                <a:gd name="T27" fmla="*/ 14 h 122"/>
                <a:gd name="T28" fmla="*/ 47 w 85"/>
                <a:gd name="T29" fmla="*/ 0 h 122"/>
                <a:gd name="T30" fmla="*/ 85 w 85"/>
                <a:gd name="T31" fmla="*/ 45 h 122"/>
                <a:gd name="T32" fmla="*/ 47 w 85"/>
                <a:gd name="T33" fmla="*/ 91 h 122"/>
                <a:gd name="T34" fmla="*/ 19 w 85"/>
                <a:gd name="T35" fmla="*/ 7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122">
                  <a:moveTo>
                    <a:pt x="66" y="45"/>
                  </a:moveTo>
                  <a:lnTo>
                    <a:pt x="66" y="45"/>
                  </a:lnTo>
                  <a:cubicBezTo>
                    <a:pt x="66" y="29"/>
                    <a:pt x="56" y="17"/>
                    <a:pt x="41" y="17"/>
                  </a:cubicBezTo>
                  <a:cubicBezTo>
                    <a:pt x="33" y="17"/>
                    <a:pt x="23" y="22"/>
                    <a:pt x="19" y="28"/>
                  </a:cubicBezTo>
                  <a:lnTo>
                    <a:pt x="19" y="63"/>
                  </a:lnTo>
                  <a:cubicBezTo>
                    <a:pt x="23" y="69"/>
                    <a:pt x="33" y="74"/>
                    <a:pt x="41" y="74"/>
                  </a:cubicBezTo>
                  <a:cubicBezTo>
                    <a:pt x="56" y="74"/>
                    <a:pt x="66" y="62"/>
                    <a:pt x="66" y="45"/>
                  </a:cubicBezTo>
                  <a:close/>
                  <a:moveTo>
                    <a:pt x="19" y="77"/>
                  </a:moveTo>
                  <a:lnTo>
                    <a:pt x="19" y="77"/>
                  </a:lnTo>
                  <a:lnTo>
                    <a:pt x="19" y="122"/>
                  </a:lnTo>
                  <a:lnTo>
                    <a:pt x="0" y="122"/>
                  </a:lnTo>
                  <a:lnTo>
                    <a:pt x="0" y="2"/>
                  </a:lnTo>
                  <a:lnTo>
                    <a:pt x="19" y="2"/>
                  </a:lnTo>
                  <a:lnTo>
                    <a:pt x="19" y="14"/>
                  </a:lnTo>
                  <a:cubicBezTo>
                    <a:pt x="25" y="5"/>
                    <a:pt x="36" y="0"/>
                    <a:pt x="47" y="0"/>
                  </a:cubicBezTo>
                  <a:cubicBezTo>
                    <a:pt x="69" y="0"/>
                    <a:pt x="85" y="17"/>
                    <a:pt x="85" y="45"/>
                  </a:cubicBezTo>
                  <a:cubicBezTo>
                    <a:pt x="85" y="74"/>
                    <a:pt x="69" y="91"/>
                    <a:pt x="47" y="91"/>
                  </a:cubicBezTo>
                  <a:cubicBezTo>
                    <a:pt x="36" y="91"/>
                    <a:pt x="26" y="86"/>
                    <a:pt x="19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44D010B6-CBE2-415B-88D3-BC08BE2A4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38264" y="1889143"/>
              <a:ext cx="84138" cy="85726"/>
            </a:xfrm>
            <a:custGeom>
              <a:avLst/>
              <a:gdLst>
                <a:gd name="T0" fmla="*/ 70 w 89"/>
                <a:gd name="T1" fmla="*/ 45 h 91"/>
                <a:gd name="T2" fmla="*/ 70 w 89"/>
                <a:gd name="T3" fmla="*/ 45 h 91"/>
                <a:gd name="T4" fmla="*/ 44 w 89"/>
                <a:gd name="T5" fmla="*/ 17 h 91"/>
                <a:gd name="T6" fmla="*/ 19 w 89"/>
                <a:gd name="T7" fmla="*/ 45 h 91"/>
                <a:gd name="T8" fmla="*/ 44 w 89"/>
                <a:gd name="T9" fmla="*/ 74 h 91"/>
                <a:gd name="T10" fmla="*/ 70 w 89"/>
                <a:gd name="T11" fmla="*/ 45 h 91"/>
                <a:gd name="T12" fmla="*/ 0 w 89"/>
                <a:gd name="T13" fmla="*/ 45 h 91"/>
                <a:gd name="T14" fmla="*/ 0 w 89"/>
                <a:gd name="T15" fmla="*/ 45 h 91"/>
                <a:gd name="T16" fmla="*/ 44 w 89"/>
                <a:gd name="T17" fmla="*/ 0 h 91"/>
                <a:gd name="T18" fmla="*/ 89 w 89"/>
                <a:gd name="T19" fmla="*/ 45 h 91"/>
                <a:gd name="T20" fmla="*/ 44 w 89"/>
                <a:gd name="T21" fmla="*/ 91 h 91"/>
                <a:gd name="T22" fmla="*/ 0 w 89"/>
                <a:gd name="T23" fmla="*/ 4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91">
                  <a:moveTo>
                    <a:pt x="70" y="45"/>
                  </a:moveTo>
                  <a:lnTo>
                    <a:pt x="70" y="45"/>
                  </a:lnTo>
                  <a:cubicBezTo>
                    <a:pt x="70" y="30"/>
                    <a:pt x="61" y="17"/>
                    <a:pt x="44" y="17"/>
                  </a:cubicBezTo>
                  <a:cubicBezTo>
                    <a:pt x="28" y="17"/>
                    <a:pt x="19" y="30"/>
                    <a:pt x="19" y="45"/>
                  </a:cubicBezTo>
                  <a:cubicBezTo>
                    <a:pt x="19" y="61"/>
                    <a:pt x="28" y="74"/>
                    <a:pt x="44" y="74"/>
                  </a:cubicBezTo>
                  <a:cubicBezTo>
                    <a:pt x="61" y="74"/>
                    <a:pt x="70" y="61"/>
                    <a:pt x="70" y="45"/>
                  </a:cubicBezTo>
                  <a:close/>
                  <a:moveTo>
                    <a:pt x="0" y="45"/>
                  </a:moveTo>
                  <a:lnTo>
                    <a:pt x="0" y="45"/>
                  </a:lnTo>
                  <a:cubicBezTo>
                    <a:pt x="0" y="21"/>
                    <a:pt x="17" y="0"/>
                    <a:pt x="44" y="0"/>
                  </a:cubicBezTo>
                  <a:cubicBezTo>
                    <a:pt x="72" y="0"/>
                    <a:pt x="89" y="21"/>
                    <a:pt x="89" y="45"/>
                  </a:cubicBezTo>
                  <a:cubicBezTo>
                    <a:pt x="89" y="70"/>
                    <a:pt x="72" y="91"/>
                    <a:pt x="44" y="91"/>
                  </a:cubicBezTo>
                  <a:cubicBezTo>
                    <a:pt x="17" y="91"/>
                    <a:pt x="0" y="70"/>
                    <a:pt x="0" y="4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9FCFFBC0-90D8-425C-8BF3-AAF120D091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41452" y="1890730"/>
              <a:ext cx="76200" cy="82551"/>
            </a:xfrm>
            <a:custGeom>
              <a:avLst/>
              <a:gdLst>
                <a:gd name="T0" fmla="*/ 60 w 80"/>
                <a:gd name="T1" fmla="*/ 61 h 87"/>
                <a:gd name="T2" fmla="*/ 60 w 80"/>
                <a:gd name="T3" fmla="*/ 61 h 87"/>
                <a:gd name="T4" fmla="*/ 50 w 80"/>
                <a:gd name="T5" fmla="*/ 51 h 87"/>
                <a:gd name="T6" fmla="*/ 19 w 80"/>
                <a:gd name="T7" fmla="*/ 51 h 87"/>
                <a:gd name="T8" fmla="*/ 19 w 80"/>
                <a:gd name="T9" fmla="*/ 70 h 87"/>
                <a:gd name="T10" fmla="*/ 50 w 80"/>
                <a:gd name="T11" fmla="*/ 70 h 87"/>
                <a:gd name="T12" fmla="*/ 60 w 80"/>
                <a:gd name="T13" fmla="*/ 61 h 87"/>
                <a:gd name="T14" fmla="*/ 59 w 80"/>
                <a:gd name="T15" fmla="*/ 26 h 87"/>
                <a:gd name="T16" fmla="*/ 59 w 80"/>
                <a:gd name="T17" fmla="*/ 26 h 87"/>
                <a:gd name="T18" fmla="*/ 49 w 80"/>
                <a:gd name="T19" fmla="*/ 17 h 87"/>
                <a:gd name="T20" fmla="*/ 19 w 80"/>
                <a:gd name="T21" fmla="*/ 17 h 87"/>
                <a:gd name="T22" fmla="*/ 19 w 80"/>
                <a:gd name="T23" fmla="*/ 34 h 87"/>
                <a:gd name="T24" fmla="*/ 49 w 80"/>
                <a:gd name="T25" fmla="*/ 34 h 87"/>
                <a:gd name="T26" fmla="*/ 59 w 80"/>
                <a:gd name="T27" fmla="*/ 26 h 87"/>
                <a:gd name="T28" fmla="*/ 0 w 80"/>
                <a:gd name="T29" fmla="*/ 87 h 87"/>
                <a:gd name="T30" fmla="*/ 0 w 80"/>
                <a:gd name="T31" fmla="*/ 87 h 87"/>
                <a:gd name="T32" fmla="*/ 0 w 80"/>
                <a:gd name="T33" fmla="*/ 0 h 87"/>
                <a:gd name="T34" fmla="*/ 52 w 80"/>
                <a:gd name="T35" fmla="*/ 0 h 87"/>
                <a:gd name="T36" fmla="*/ 78 w 80"/>
                <a:gd name="T37" fmla="*/ 22 h 87"/>
                <a:gd name="T38" fmla="*/ 64 w 80"/>
                <a:gd name="T39" fmla="*/ 42 h 87"/>
                <a:gd name="T40" fmla="*/ 80 w 80"/>
                <a:gd name="T41" fmla="*/ 63 h 87"/>
                <a:gd name="T42" fmla="*/ 54 w 80"/>
                <a:gd name="T43" fmla="*/ 87 h 87"/>
                <a:gd name="T44" fmla="*/ 0 w 80"/>
                <a:gd name="T4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" h="87">
                  <a:moveTo>
                    <a:pt x="60" y="61"/>
                  </a:moveTo>
                  <a:lnTo>
                    <a:pt x="60" y="61"/>
                  </a:lnTo>
                  <a:cubicBezTo>
                    <a:pt x="60" y="55"/>
                    <a:pt x="57" y="51"/>
                    <a:pt x="50" y="51"/>
                  </a:cubicBezTo>
                  <a:lnTo>
                    <a:pt x="19" y="51"/>
                  </a:lnTo>
                  <a:lnTo>
                    <a:pt x="19" y="70"/>
                  </a:lnTo>
                  <a:lnTo>
                    <a:pt x="50" y="70"/>
                  </a:lnTo>
                  <a:cubicBezTo>
                    <a:pt x="56" y="70"/>
                    <a:pt x="60" y="67"/>
                    <a:pt x="60" y="61"/>
                  </a:cubicBezTo>
                  <a:close/>
                  <a:moveTo>
                    <a:pt x="59" y="26"/>
                  </a:moveTo>
                  <a:lnTo>
                    <a:pt x="59" y="26"/>
                  </a:lnTo>
                  <a:cubicBezTo>
                    <a:pt x="59" y="20"/>
                    <a:pt x="55" y="17"/>
                    <a:pt x="49" y="17"/>
                  </a:cubicBezTo>
                  <a:lnTo>
                    <a:pt x="19" y="17"/>
                  </a:lnTo>
                  <a:lnTo>
                    <a:pt x="19" y="34"/>
                  </a:lnTo>
                  <a:lnTo>
                    <a:pt x="49" y="34"/>
                  </a:lnTo>
                  <a:cubicBezTo>
                    <a:pt x="55" y="34"/>
                    <a:pt x="59" y="31"/>
                    <a:pt x="59" y="26"/>
                  </a:cubicBezTo>
                  <a:close/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52" y="0"/>
                  </a:lnTo>
                  <a:cubicBezTo>
                    <a:pt x="69" y="0"/>
                    <a:pt x="78" y="10"/>
                    <a:pt x="78" y="22"/>
                  </a:cubicBezTo>
                  <a:cubicBezTo>
                    <a:pt x="78" y="33"/>
                    <a:pt x="71" y="40"/>
                    <a:pt x="64" y="42"/>
                  </a:cubicBezTo>
                  <a:cubicBezTo>
                    <a:pt x="73" y="44"/>
                    <a:pt x="80" y="53"/>
                    <a:pt x="80" y="63"/>
                  </a:cubicBezTo>
                  <a:cubicBezTo>
                    <a:pt x="80" y="77"/>
                    <a:pt x="71" y="87"/>
                    <a:pt x="54" y="87"/>
                  </a:cubicBez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C6BEC62D-0F17-4746-A6B7-5CE4D6FA2B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5115" y="1889143"/>
              <a:ext cx="73025" cy="85726"/>
            </a:xfrm>
            <a:custGeom>
              <a:avLst/>
              <a:gdLst>
                <a:gd name="T0" fmla="*/ 58 w 77"/>
                <a:gd name="T1" fmla="*/ 69 h 91"/>
                <a:gd name="T2" fmla="*/ 58 w 77"/>
                <a:gd name="T3" fmla="*/ 69 h 91"/>
                <a:gd name="T4" fmla="*/ 58 w 77"/>
                <a:gd name="T5" fmla="*/ 56 h 91"/>
                <a:gd name="T6" fmla="*/ 38 w 77"/>
                <a:gd name="T7" fmla="*/ 47 h 91"/>
                <a:gd name="T8" fmla="*/ 19 w 77"/>
                <a:gd name="T9" fmla="*/ 63 h 91"/>
                <a:gd name="T10" fmla="*/ 38 w 77"/>
                <a:gd name="T11" fmla="*/ 78 h 91"/>
                <a:gd name="T12" fmla="*/ 58 w 77"/>
                <a:gd name="T13" fmla="*/ 69 h 91"/>
                <a:gd name="T14" fmla="*/ 58 w 77"/>
                <a:gd name="T15" fmla="*/ 89 h 91"/>
                <a:gd name="T16" fmla="*/ 58 w 77"/>
                <a:gd name="T17" fmla="*/ 89 h 91"/>
                <a:gd name="T18" fmla="*/ 58 w 77"/>
                <a:gd name="T19" fmla="*/ 80 h 91"/>
                <a:gd name="T20" fmla="*/ 30 w 77"/>
                <a:gd name="T21" fmla="*/ 91 h 91"/>
                <a:gd name="T22" fmla="*/ 0 w 77"/>
                <a:gd name="T23" fmla="*/ 62 h 91"/>
                <a:gd name="T24" fmla="*/ 30 w 77"/>
                <a:gd name="T25" fmla="*/ 34 h 91"/>
                <a:gd name="T26" fmla="*/ 58 w 77"/>
                <a:gd name="T27" fmla="*/ 45 h 91"/>
                <a:gd name="T28" fmla="*/ 58 w 77"/>
                <a:gd name="T29" fmla="*/ 32 h 91"/>
                <a:gd name="T30" fmla="*/ 38 w 77"/>
                <a:gd name="T31" fmla="*/ 16 h 91"/>
                <a:gd name="T32" fmla="*/ 12 w 77"/>
                <a:gd name="T33" fmla="*/ 27 h 91"/>
                <a:gd name="T34" fmla="*/ 5 w 77"/>
                <a:gd name="T35" fmla="*/ 14 h 91"/>
                <a:gd name="T36" fmla="*/ 41 w 77"/>
                <a:gd name="T37" fmla="*/ 0 h 91"/>
                <a:gd name="T38" fmla="*/ 77 w 77"/>
                <a:gd name="T39" fmla="*/ 31 h 91"/>
                <a:gd name="T40" fmla="*/ 77 w 77"/>
                <a:gd name="T41" fmla="*/ 89 h 91"/>
                <a:gd name="T42" fmla="*/ 58 w 77"/>
                <a:gd name="T43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7" h="91">
                  <a:moveTo>
                    <a:pt x="58" y="69"/>
                  </a:moveTo>
                  <a:lnTo>
                    <a:pt x="58" y="69"/>
                  </a:lnTo>
                  <a:lnTo>
                    <a:pt x="58" y="56"/>
                  </a:lnTo>
                  <a:cubicBezTo>
                    <a:pt x="54" y="50"/>
                    <a:pt x="46" y="47"/>
                    <a:pt x="38" y="47"/>
                  </a:cubicBezTo>
                  <a:cubicBezTo>
                    <a:pt x="27" y="47"/>
                    <a:pt x="19" y="53"/>
                    <a:pt x="19" y="63"/>
                  </a:cubicBezTo>
                  <a:cubicBezTo>
                    <a:pt x="19" y="72"/>
                    <a:pt x="27" y="78"/>
                    <a:pt x="38" y="78"/>
                  </a:cubicBezTo>
                  <a:cubicBezTo>
                    <a:pt x="46" y="78"/>
                    <a:pt x="54" y="75"/>
                    <a:pt x="58" y="69"/>
                  </a:cubicBezTo>
                  <a:close/>
                  <a:moveTo>
                    <a:pt x="58" y="89"/>
                  </a:moveTo>
                  <a:lnTo>
                    <a:pt x="58" y="89"/>
                  </a:lnTo>
                  <a:lnTo>
                    <a:pt x="58" y="80"/>
                  </a:lnTo>
                  <a:cubicBezTo>
                    <a:pt x="52" y="87"/>
                    <a:pt x="42" y="91"/>
                    <a:pt x="30" y="91"/>
                  </a:cubicBezTo>
                  <a:cubicBezTo>
                    <a:pt x="16" y="91"/>
                    <a:pt x="0" y="82"/>
                    <a:pt x="0" y="62"/>
                  </a:cubicBezTo>
                  <a:cubicBezTo>
                    <a:pt x="0" y="42"/>
                    <a:pt x="16" y="34"/>
                    <a:pt x="30" y="34"/>
                  </a:cubicBezTo>
                  <a:cubicBezTo>
                    <a:pt x="42" y="34"/>
                    <a:pt x="52" y="38"/>
                    <a:pt x="58" y="45"/>
                  </a:cubicBezTo>
                  <a:lnTo>
                    <a:pt x="58" y="32"/>
                  </a:lnTo>
                  <a:cubicBezTo>
                    <a:pt x="58" y="22"/>
                    <a:pt x="50" y="16"/>
                    <a:pt x="38" y="16"/>
                  </a:cubicBezTo>
                  <a:cubicBezTo>
                    <a:pt x="28" y="16"/>
                    <a:pt x="20" y="20"/>
                    <a:pt x="12" y="27"/>
                  </a:cubicBezTo>
                  <a:lnTo>
                    <a:pt x="5" y="14"/>
                  </a:lnTo>
                  <a:cubicBezTo>
                    <a:pt x="15" y="5"/>
                    <a:pt x="27" y="0"/>
                    <a:pt x="41" y="0"/>
                  </a:cubicBezTo>
                  <a:cubicBezTo>
                    <a:pt x="60" y="0"/>
                    <a:pt x="77" y="8"/>
                    <a:pt x="77" y="31"/>
                  </a:cubicBezTo>
                  <a:lnTo>
                    <a:pt x="77" y="89"/>
                  </a:lnTo>
                  <a:lnTo>
                    <a:pt x="58" y="8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C990A98A-8DB4-4D5B-AF0B-371B02A333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1952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34 h 87"/>
                <a:gd name="T10" fmla="*/ 59 w 78"/>
                <a:gd name="T11" fmla="*/ 34 h 87"/>
                <a:gd name="T12" fmla="*/ 59 w 78"/>
                <a:gd name="T13" fmla="*/ 0 h 87"/>
                <a:gd name="T14" fmla="*/ 78 w 78"/>
                <a:gd name="T15" fmla="*/ 0 h 87"/>
                <a:gd name="T16" fmla="*/ 78 w 78"/>
                <a:gd name="T17" fmla="*/ 87 h 87"/>
                <a:gd name="T18" fmla="*/ 59 w 78"/>
                <a:gd name="T19" fmla="*/ 87 h 87"/>
                <a:gd name="T20" fmla="*/ 59 w 78"/>
                <a:gd name="T21" fmla="*/ 51 h 87"/>
                <a:gd name="T22" fmla="*/ 19 w 78"/>
                <a:gd name="T23" fmla="*/ 51 h 87"/>
                <a:gd name="T24" fmla="*/ 19 w 78"/>
                <a:gd name="T25" fmla="*/ 87 h 87"/>
                <a:gd name="T26" fmla="*/ 0 w 78"/>
                <a:gd name="T2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34"/>
                  </a:lnTo>
                  <a:lnTo>
                    <a:pt x="59" y="34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51"/>
                  </a:lnTo>
                  <a:lnTo>
                    <a:pt x="19" y="51"/>
                  </a:lnTo>
                  <a:lnTo>
                    <a:pt x="19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6A4B963E-89DC-47EA-998D-F1F8924AA9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8790" y="1890730"/>
              <a:ext cx="74613" cy="82551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87 h 87"/>
                <a:gd name="T4" fmla="*/ 0 w 78"/>
                <a:gd name="T5" fmla="*/ 0 h 87"/>
                <a:gd name="T6" fmla="*/ 19 w 78"/>
                <a:gd name="T7" fmla="*/ 0 h 87"/>
                <a:gd name="T8" fmla="*/ 19 w 78"/>
                <a:gd name="T9" fmla="*/ 59 h 87"/>
                <a:gd name="T10" fmla="*/ 59 w 78"/>
                <a:gd name="T11" fmla="*/ 0 h 87"/>
                <a:gd name="T12" fmla="*/ 78 w 78"/>
                <a:gd name="T13" fmla="*/ 0 h 87"/>
                <a:gd name="T14" fmla="*/ 78 w 78"/>
                <a:gd name="T15" fmla="*/ 87 h 87"/>
                <a:gd name="T16" fmla="*/ 59 w 78"/>
                <a:gd name="T17" fmla="*/ 87 h 87"/>
                <a:gd name="T18" fmla="*/ 59 w 78"/>
                <a:gd name="T19" fmla="*/ 27 h 87"/>
                <a:gd name="T20" fmla="*/ 18 w 78"/>
                <a:gd name="T21" fmla="*/ 87 h 87"/>
                <a:gd name="T22" fmla="*/ 0 w 78"/>
                <a:gd name="T2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9"/>
                  </a:lnTo>
                  <a:lnTo>
                    <a:pt x="59" y="0"/>
                  </a:lnTo>
                  <a:lnTo>
                    <a:pt x="78" y="0"/>
                  </a:lnTo>
                  <a:lnTo>
                    <a:pt x="78" y="87"/>
                  </a:lnTo>
                  <a:lnTo>
                    <a:pt x="59" y="87"/>
                  </a:lnTo>
                  <a:lnTo>
                    <a:pt x="59" y="27"/>
                  </a:lnTo>
                  <a:lnTo>
                    <a:pt x="18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F1EBB016-F974-4760-B8EB-3EE049494D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24040" y="1890730"/>
              <a:ext cx="76200" cy="82551"/>
            </a:xfrm>
            <a:custGeom>
              <a:avLst/>
              <a:gdLst>
                <a:gd name="T0" fmla="*/ 61 w 80"/>
                <a:gd name="T1" fmla="*/ 39 h 87"/>
                <a:gd name="T2" fmla="*/ 61 w 80"/>
                <a:gd name="T3" fmla="*/ 39 h 87"/>
                <a:gd name="T4" fmla="*/ 61 w 80"/>
                <a:gd name="T5" fmla="*/ 17 h 87"/>
                <a:gd name="T6" fmla="*/ 32 w 80"/>
                <a:gd name="T7" fmla="*/ 17 h 87"/>
                <a:gd name="T8" fmla="*/ 21 w 80"/>
                <a:gd name="T9" fmla="*/ 28 h 87"/>
                <a:gd name="T10" fmla="*/ 32 w 80"/>
                <a:gd name="T11" fmla="*/ 39 h 87"/>
                <a:gd name="T12" fmla="*/ 61 w 80"/>
                <a:gd name="T13" fmla="*/ 39 h 87"/>
                <a:gd name="T14" fmla="*/ 0 w 80"/>
                <a:gd name="T15" fmla="*/ 87 h 87"/>
                <a:gd name="T16" fmla="*/ 0 w 80"/>
                <a:gd name="T17" fmla="*/ 87 h 87"/>
                <a:gd name="T18" fmla="*/ 22 w 80"/>
                <a:gd name="T19" fmla="*/ 55 h 87"/>
                <a:gd name="T20" fmla="*/ 1 w 80"/>
                <a:gd name="T21" fmla="*/ 28 h 87"/>
                <a:gd name="T22" fmla="*/ 30 w 80"/>
                <a:gd name="T23" fmla="*/ 0 h 87"/>
                <a:gd name="T24" fmla="*/ 80 w 80"/>
                <a:gd name="T25" fmla="*/ 0 h 87"/>
                <a:gd name="T26" fmla="*/ 80 w 80"/>
                <a:gd name="T27" fmla="*/ 87 h 87"/>
                <a:gd name="T28" fmla="*/ 61 w 80"/>
                <a:gd name="T29" fmla="*/ 87 h 87"/>
                <a:gd name="T30" fmla="*/ 61 w 80"/>
                <a:gd name="T31" fmla="*/ 55 h 87"/>
                <a:gd name="T32" fmla="*/ 41 w 80"/>
                <a:gd name="T33" fmla="*/ 55 h 87"/>
                <a:gd name="T34" fmla="*/ 22 w 80"/>
                <a:gd name="T35" fmla="*/ 87 h 87"/>
                <a:gd name="T36" fmla="*/ 0 w 80"/>
                <a:gd name="T3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87">
                  <a:moveTo>
                    <a:pt x="61" y="39"/>
                  </a:moveTo>
                  <a:lnTo>
                    <a:pt x="61" y="39"/>
                  </a:lnTo>
                  <a:lnTo>
                    <a:pt x="61" y="17"/>
                  </a:lnTo>
                  <a:lnTo>
                    <a:pt x="32" y="17"/>
                  </a:lnTo>
                  <a:cubicBezTo>
                    <a:pt x="25" y="17"/>
                    <a:pt x="21" y="21"/>
                    <a:pt x="21" y="28"/>
                  </a:cubicBezTo>
                  <a:cubicBezTo>
                    <a:pt x="21" y="34"/>
                    <a:pt x="25" y="39"/>
                    <a:pt x="32" y="39"/>
                  </a:cubicBezTo>
                  <a:lnTo>
                    <a:pt x="61" y="39"/>
                  </a:lnTo>
                  <a:close/>
                  <a:moveTo>
                    <a:pt x="0" y="87"/>
                  </a:moveTo>
                  <a:lnTo>
                    <a:pt x="0" y="87"/>
                  </a:lnTo>
                  <a:lnTo>
                    <a:pt x="22" y="55"/>
                  </a:lnTo>
                  <a:cubicBezTo>
                    <a:pt x="10" y="52"/>
                    <a:pt x="1" y="43"/>
                    <a:pt x="1" y="28"/>
                  </a:cubicBezTo>
                  <a:cubicBezTo>
                    <a:pt x="1" y="13"/>
                    <a:pt x="11" y="0"/>
                    <a:pt x="30" y="0"/>
                  </a:cubicBezTo>
                  <a:lnTo>
                    <a:pt x="80" y="0"/>
                  </a:lnTo>
                  <a:lnTo>
                    <a:pt x="80" y="87"/>
                  </a:lnTo>
                  <a:lnTo>
                    <a:pt x="61" y="87"/>
                  </a:lnTo>
                  <a:lnTo>
                    <a:pt x="61" y="55"/>
                  </a:lnTo>
                  <a:lnTo>
                    <a:pt x="41" y="55"/>
                  </a:lnTo>
                  <a:lnTo>
                    <a:pt x="22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4EF3BEFC-6ADC-46AB-B748-1FD6B4A98B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889" y="531817"/>
              <a:ext cx="268288" cy="719145"/>
            </a:xfrm>
            <a:custGeom>
              <a:avLst/>
              <a:gdLst>
                <a:gd name="T0" fmla="*/ 281 w 281"/>
                <a:gd name="T1" fmla="*/ 753 h 753"/>
                <a:gd name="T2" fmla="*/ 281 w 281"/>
                <a:gd name="T3" fmla="*/ 753 h 753"/>
                <a:gd name="T4" fmla="*/ 0 w 281"/>
                <a:gd name="T5" fmla="*/ 753 h 753"/>
                <a:gd name="T6" fmla="*/ 0 w 281"/>
                <a:gd name="T7" fmla="*/ 0 h 753"/>
                <a:gd name="T8" fmla="*/ 281 w 281"/>
                <a:gd name="T9" fmla="*/ 0 h 753"/>
                <a:gd name="T10" fmla="*/ 281 w 281"/>
                <a:gd name="T11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753">
                  <a:moveTo>
                    <a:pt x="281" y="753"/>
                  </a:moveTo>
                  <a:lnTo>
                    <a:pt x="281" y="753"/>
                  </a:lnTo>
                  <a:lnTo>
                    <a:pt x="0" y="753"/>
                  </a:lnTo>
                  <a:lnTo>
                    <a:pt x="0" y="0"/>
                  </a:lnTo>
                  <a:lnTo>
                    <a:pt x="281" y="0"/>
                  </a:lnTo>
                  <a:lnTo>
                    <a:pt x="281" y="753"/>
                  </a:lnTo>
                  <a:close/>
                </a:path>
              </a:pathLst>
            </a:custGeom>
            <a:solidFill>
              <a:srgbClr val="9000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A1A0EE1D-8431-4065-B890-BBA6DA1B8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889" y="1344625"/>
              <a:ext cx="1266827" cy="284165"/>
            </a:xfrm>
            <a:custGeom>
              <a:avLst/>
              <a:gdLst>
                <a:gd name="T0" fmla="*/ 1329 w 1329"/>
                <a:gd name="T1" fmla="*/ 0 h 298"/>
                <a:gd name="T2" fmla="*/ 1329 w 1329"/>
                <a:gd name="T3" fmla="*/ 0 h 298"/>
                <a:gd name="T4" fmla="*/ 1329 w 1329"/>
                <a:gd name="T5" fmla="*/ 298 h 298"/>
                <a:gd name="T6" fmla="*/ 0 w 1329"/>
                <a:gd name="T7" fmla="*/ 298 h 298"/>
                <a:gd name="T8" fmla="*/ 0 w 1329"/>
                <a:gd name="T9" fmla="*/ 0 h 298"/>
                <a:gd name="T10" fmla="*/ 1329 w 1329"/>
                <a:gd name="T1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9" h="298">
                  <a:moveTo>
                    <a:pt x="1329" y="0"/>
                  </a:moveTo>
                  <a:lnTo>
                    <a:pt x="1329" y="0"/>
                  </a:lnTo>
                  <a:lnTo>
                    <a:pt x="132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49F7F7CA-916C-4908-AE20-6320688AC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9176" y="531817"/>
              <a:ext cx="133350" cy="719145"/>
            </a:xfrm>
            <a:custGeom>
              <a:avLst/>
              <a:gdLst>
                <a:gd name="T0" fmla="*/ 0 w 141"/>
                <a:gd name="T1" fmla="*/ 753 h 753"/>
                <a:gd name="T2" fmla="*/ 0 w 141"/>
                <a:gd name="T3" fmla="*/ 753 h 753"/>
                <a:gd name="T4" fmla="*/ 141 w 141"/>
                <a:gd name="T5" fmla="*/ 753 h 753"/>
                <a:gd name="T6" fmla="*/ 141 w 141"/>
                <a:gd name="T7" fmla="*/ 0 h 753"/>
                <a:gd name="T8" fmla="*/ 0 w 141"/>
                <a:gd name="T9" fmla="*/ 0 h 753"/>
                <a:gd name="T10" fmla="*/ 0 w 141"/>
                <a:gd name="T11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" h="753">
                  <a:moveTo>
                    <a:pt x="0" y="753"/>
                  </a:moveTo>
                  <a:lnTo>
                    <a:pt x="0" y="753"/>
                  </a:lnTo>
                  <a:lnTo>
                    <a:pt x="141" y="753"/>
                  </a:lnTo>
                  <a:lnTo>
                    <a:pt x="141" y="0"/>
                  </a:lnTo>
                  <a:lnTo>
                    <a:pt x="0" y="0"/>
                  </a:lnTo>
                  <a:lnTo>
                    <a:pt x="0" y="75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4058066D-3338-4F13-A437-1CC62F09E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777" y="693743"/>
              <a:ext cx="544513" cy="557218"/>
            </a:xfrm>
            <a:custGeom>
              <a:avLst/>
              <a:gdLst>
                <a:gd name="T0" fmla="*/ 540 w 571"/>
                <a:gd name="T1" fmla="*/ 110 h 584"/>
                <a:gd name="T2" fmla="*/ 540 w 571"/>
                <a:gd name="T3" fmla="*/ 110 h 584"/>
                <a:gd name="T4" fmla="*/ 454 w 571"/>
                <a:gd name="T5" fmla="*/ 27 h 584"/>
                <a:gd name="T6" fmla="*/ 329 w 571"/>
                <a:gd name="T7" fmla="*/ 0 h 584"/>
                <a:gd name="T8" fmla="*/ 195 w 571"/>
                <a:gd name="T9" fmla="*/ 30 h 584"/>
                <a:gd name="T10" fmla="*/ 129 w 571"/>
                <a:gd name="T11" fmla="*/ 81 h 584"/>
                <a:gd name="T12" fmla="*/ 129 w 571"/>
                <a:gd name="T13" fmla="*/ 6 h 584"/>
                <a:gd name="T14" fmla="*/ 0 w 571"/>
                <a:gd name="T15" fmla="*/ 6 h 584"/>
                <a:gd name="T16" fmla="*/ 0 w 571"/>
                <a:gd name="T17" fmla="*/ 584 h 584"/>
                <a:gd name="T18" fmla="*/ 136 w 571"/>
                <a:gd name="T19" fmla="*/ 584 h 584"/>
                <a:gd name="T20" fmla="*/ 136 w 571"/>
                <a:gd name="T21" fmla="*/ 292 h 584"/>
                <a:gd name="T22" fmla="*/ 156 w 571"/>
                <a:gd name="T23" fmla="*/ 195 h 584"/>
                <a:gd name="T24" fmla="*/ 213 w 571"/>
                <a:gd name="T25" fmla="*/ 137 h 584"/>
                <a:gd name="T26" fmla="*/ 298 w 571"/>
                <a:gd name="T27" fmla="*/ 118 h 584"/>
                <a:gd name="T28" fmla="*/ 399 w 571"/>
                <a:gd name="T29" fmla="*/ 156 h 584"/>
                <a:gd name="T30" fmla="*/ 436 w 571"/>
                <a:gd name="T31" fmla="*/ 270 h 584"/>
                <a:gd name="T32" fmla="*/ 436 w 571"/>
                <a:gd name="T33" fmla="*/ 584 h 584"/>
                <a:gd name="T34" fmla="*/ 571 w 571"/>
                <a:gd name="T35" fmla="*/ 584 h 584"/>
                <a:gd name="T36" fmla="*/ 571 w 571"/>
                <a:gd name="T37" fmla="*/ 253 h 584"/>
                <a:gd name="T38" fmla="*/ 540 w 571"/>
                <a:gd name="T39" fmla="*/ 11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71" h="584">
                  <a:moveTo>
                    <a:pt x="540" y="110"/>
                  </a:moveTo>
                  <a:lnTo>
                    <a:pt x="540" y="110"/>
                  </a:lnTo>
                  <a:cubicBezTo>
                    <a:pt x="519" y="73"/>
                    <a:pt x="490" y="45"/>
                    <a:pt x="454" y="27"/>
                  </a:cubicBezTo>
                  <a:cubicBezTo>
                    <a:pt x="417" y="9"/>
                    <a:pt x="375" y="0"/>
                    <a:pt x="329" y="0"/>
                  </a:cubicBezTo>
                  <a:cubicBezTo>
                    <a:pt x="278" y="0"/>
                    <a:pt x="234" y="10"/>
                    <a:pt x="195" y="30"/>
                  </a:cubicBezTo>
                  <a:cubicBezTo>
                    <a:pt x="169" y="43"/>
                    <a:pt x="147" y="60"/>
                    <a:pt x="129" y="81"/>
                  </a:cubicBezTo>
                  <a:lnTo>
                    <a:pt x="129" y="6"/>
                  </a:lnTo>
                  <a:lnTo>
                    <a:pt x="0" y="6"/>
                  </a:lnTo>
                  <a:lnTo>
                    <a:pt x="0" y="584"/>
                  </a:lnTo>
                  <a:lnTo>
                    <a:pt x="136" y="584"/>
                  </a:lnTo>
                  <a:lnTo>
                    <a:pt x="136" y="292"/>
                  </a:lnTo>
                  <a:cubicBezTo>
                    <a:pt x="136" y="253"/>
                    <a:pt x="142" y="221"/>
                    <a:pt x="156" y="195"/>
                  </a:cubicBezTo>
                  <a:cubicBezTo>
                    <a:pt x="169" y="170"/>
                    <a:pt x="188" y="150"/>
                    <a:pt x="213" y="137"/>
                  </a:cubicBezTo>
                  <a:cubicBezTo>
                    <a:pt x="237" y="124"/>
                    <a:pt x="266" y="118"/>
                    <a:pt x="298" y="118"/>
                  </a:cubicBezTo>
                  <a:cubicBezTo>
                    <a:pt x="341" y="118"/>
                    <a:pt x="375" y="130"/>
                    <a:pt x="399" y="156"/>
                  </a:cubicBezTo>
                  <a:cubicBezTo>
                    <a:pt x="423" y="181"/>
                    <a:pt x="436" y="219"/>
                    <a:pt x="436" y="270"/>
                  </a:cubicBezTo>
                  <a:lnTo>
                    <a:pt x="436" y="584"/>
                  </a:lnTo>
                  <a:lnTo>
                    <a:pt x="571" y="584"/>
                  </a:lnTo>
                  <a:lnTo>
                    <a:pt x="571" y="253"/>
                  </a:lnTo>
                  <a:cubicBezTo>
                    <a:pt x="571" y="195"/>
                    <a:pt x="561" y="147"/>
                    <a:pt x="540" y="11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0245DCAD-491B-409F-A01C-A137863A41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09791" y="563567"/>
              <a:ext cx="576263" cy="685807"/>
            </a:xfrm>
            <a:custGeom>
              <a:avLst/>
              <a:gdLst>
                <a:gd name="T0" fmla="*/ 425 w 605"/>
                <a:gd name="T1" fmla="*/ 361 h 719"/>
                <a:gd name="T2" fmla="*/ 425 w 605"/>
                <a:gd name="T3" fmla="*/ 361 h 719"/>
                <a:gd name="T4" fmla="*/ 291 w 605"/>
                <a:gd name="T5" fmla="*/ 399 h 719"/>
                <a:gd name="T6" fmla="*/ 134 w 605"/>
                <a:gd name="T7" fmla="*/ 399 h 719"/>
                <a:gd name="T8" fmla="*/ 134 w 605"/>
                <a:gd name="T9" fmla="*/ 113 h 719"/>
                <a:gd name="T10" fmla="*/ 291 w 605"/>
                <a:gd name="T11" fmla="*/ 113 h 719"/>
                <a:gd name="T12" fmla="*/ 425 w 605"/>
                <a:gd name="T13" fmla="*/ 150 h 719"/>
                <a:gd name="T14" fmla="*/ 469 w 605"/>
                <a:gd name="T15" fmla="*/ 256 h 719"/>
                <a:gd name="T16" fmla="*/ 425 w 605"/>
                <a:gd name="T17" fmla="*/ 361 h 719"/>
                <a:gd name="T18" fmla="*/ 462 w 605"/>
                <a:gd name="T19" fmla="*/ 31 h 719"/>
                <a:gd name="T20" fmla="*/ 462 w 605"/>
                <a:gd name="T21" fmla="*/ 31 h 719"/>
                <a:gd name="T22" fmla="*/ 297 w 605"/>
                <a:gd name="T23" fmla="*/ 0 h 719"/>
                <a:gd name="T24" fmla="*/ 0 w 605"/>
                <a:gd name="T25" fmla="*/ 0 h 719"/>
                <a:gd name="T26" fmla="*/ 0 w 605"/>
                <a:gd name="T27" fmla="*/ 719 h 719"/>
                <a:gd name="T28" fmla="*/ 134 w 605"/>
                <a:gd name="T29" fmla="*/ 719 h 719"/>
                <a:gd name="T30" fmla="*/ 134 w 605"/>
                <a:gd name="T31" fmla="*/ 512 h 719"/>
                <a:gd name="T32" fmla="*/ 297 w 605"/>
                <a:gd name="T33" fmla="*/ 512 h 719"/>
                <a:gd name="T34" fmla="*/ 462 w 605"/>
                <a:gd name="T35" fmla="*/ 481 h 719"/>
                <a:gd name="T36" fmla="*/ 567 w 605"/>
                <a:gd name="T37" fmla="*/ 392 h 719"/>
                <a:gd name="T38" fmla="*/ 605 w 605"/>
                <a:gd name="T39" fmla="*/ 256 h 719"/>
                <a:gd name="T40" fmla="*/ 567 w 605"/>
                <a:gd name="T41" fmla="*/ 119 h 719"/>
                <a:gd name="T42" fmla="*/ 462 w 605"/>
                <a:gd name="T43" fmla="*/ 31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5" h="719">
                  <a:moveTo>
                    <a:pt x="425" y="361"/>
                  </a:moveTo>
                  <a:lnTo>
                    <a:pt x="425" y="361"/>
                  </a:lnTo>
                  <a:cubicBezTo>
                    <a:pt x="395" y="386"/>
                    <a:pt x="350" y="399"/>
                    <a:pt x="291" y="399"/>
                  </a:cubicBezTo>
                  <a:lnTo>
                    <a:pt x="134" y="399"/>
                  </a:lnTo>
                  <a:lnTo>
                    <a:pt x="134" y="113"/>
                  </a:lnTo>
                  <a:lnTo>
                    <a:pt x="291" y="113"/>
                  </a:lnTo>
                  <a:cubicBezTo>
                    <a:pt x="350" y="113"/>
                    <a:pt x="395" y="125"/>
                    <a:pt x="425" y="150"/>
                  </a:cubicBezTo>
                  <a:cubicBezTo>
                    <a:pt x="454" y="174"/>
                    <a:pt x="469" y="210"/>
                    <a:pt x="469" y="256"/>
                  </a:cubicBezTo>
                  <a:cubicBezTo>
                    <a:pt x="469" y="301"/>
                    <a:pt x="454" y="336"/>
                    <a:pt x="425" y="361"/>
                  </a:cubicBezTo>
                  <a:close/>
                  <a:moveTo>
                    <a:pt x="462" y="31"/>
                  </a:moveTo>
                  <a:lnTo>
                    <a:pt x="462" y="31"/>
                  </a:lnTo>
                  <a:cubicBezTo>
                    <a:pt x="416" y="10"/>
                    <a:pt x="361" y="0"/>
                    <a:pt x="297" y="0"/>
                  </a:cubicBezTo>
                  <a:lnTo>
                    <a:pt x="0" y="0"/>
                  </a:lnTo>
                  <a:lnTo>
                    <a:pt x="0" y="719"/>
                  </a:lnTo>
                  <a:lnTo>
                    <a:pt x="134" y="719"/>
                  </a:lnTo>
                  <a:lnTo>
                    <a:pt x="134" y="512"/>
                  </a:lnTo>
                  <a:lnTo>
                    <a:pt x="297" y="512"/>
                  </a:lnTo>
                  <a:cubicBezTo>
                    <a:pt x="361" y="512"/>
                    <a:pt x="416" y="501"/>
                    <a:pt x="462" y="481"/>
                  </a:cubicBezTo>
                  <a:cubicBezTo>
                    <a:pt x="507" y="460"/>
                    <a:pt x="543" y="431"/>
                    <a:pt x="567" y="392"/>
                  </a:cubicBezTo>
                  <a:cubicBezTo>
                    <a:pt x="592" y="354"/>
                    <a:pt x="605" y="308"/>
                    <a:pt x="605" y="256"/>
                  </a:cubicBezTo>
                  <a:cubicBezTo>
                    <a:pt x="605" y="203"/>
                    <a:pt x="592" y="157"/>
                    <a:pt x="567" y="119"/>
                  </a:cubicBezTo>
                  <a:cubicBezTo>
                    <a:pt x="543" y="81"/>
                    <a:pt x="507" y="51"/>
                    <a:pt x="462" y="3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EF3CF9C6-A3C7-4193-A6CC-90E0E60F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4154" y="522292"/>
              <a:ext cx="122238" cy="727082"/>
            </a:xfrm>
            <a:custGeom>
              <a:avLst/>
              <a:gdLst>
                <a:gd name="T0" fmla="*/ 0 w 129"/>
                <a:gd name="T1" fmla="*/ 762 h 762"/>
                <a:gd name="T2" fmla="*/ 0 w 129"/>
                <a:gd name="T3" fmla="*/ 762 h 762"/>
                <a:gd name="T4" fmla="*/ 129 w 129"/>
                <a:gd name="T5" fmla="*/ 762 h 762"/>
                <a:gd name="T6" fmla="*/ 129 w 129"/>
                <a:gd name="T7" fmla="*/ 0 h 762"/>
                <a:gd name="T8" fmla="*/ 0 w 129"/>
                <a:gd name="T9" fmla="*/ 0 h 762"/>
                <a:gd name="T10" fmla="*/ 0 w 129"/>
                <a:gd name="T11" fmla="*/ 762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762">
                  <a:moveTo>
                    <a:pt x="0" y="762"/>
                  </a:moveTo>
                  <a:lnTo>
                    <a:pt x="0" y="762"/>
                  </a:lnTo>
                  <a:lnTo>
                    <a:pt x="129" y="762"/>
                  </a:lnTo>
                  <a:lnTo>
                    <a:pt x="129" y="0"/>
                  </a:ln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971E4C6D-B861-49EC-BBD3-6281A78E0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81317" y="719144"/>
              <a:ext cx="477838" cy="536580"/>
            </a:xfrm>
            <a:custGeom>
              <a:avLst/>
              <a:gdLst>
                <a:gd name="T0" fmla="*/ 317 w 501"/>
                <a:gd name="T1" fmla="*/ 447 h 562"/>
                <a:gd name="T2" fmla="*/ 317 w 501"/>
                <a:gd name="T3" fmla="*/ 447 h 562"/>
                <a:gd name="T4" fmla="*/ 232 w 501"/>
                <a:gd name="T5" fmla="*/ 469 h 562"/>
                <a:gd name="T6" fmla="*/ 155 w 501"/>
                <a:gd name="T7" fmla="*/ 448 h 562"/>
                <a:gd name="T8" fmla="*/ 127 w 501"/>
                <a:gd name="T9" fmla="*/ 393 h 562"/>
                <a:gd name="T10" fmla="*/ 150 w 501"/>
                <a:gd name="T11" fmla="*/ 341 h 562"/>
                <a:gd name="T12" fmla="*/ 238 w 501"/>
                <a:gd name="T13" fmla="*/ 320 h 562"/>
                <a:gd name="T14" fmla="*/ 372 w 501"/>
                <a:gd name="T15" fmla="*/ 320 h 562"/>
                <a:gd name="T16" fmla="*/ 372 w 501"/>
                <a:gd name="T17" fmla="*/ 384 h 562"/>
                <a:gd name="T18" fmla="*/ 317 w 501"/>
                <a:gd name="T19" fmla="*/ 447 h 562"/>
                <a:gd name="T20" fmla="*/ 435 w 501"/>
                <a:gd name="T21" fmla="*/ 57 h 562"/>
                <a:gd name="T22" fmla="*/ 435 w 501"/>
                <a:gd name="T23" fmla="*/ 57 h 562"/>
                <a:gd name="T24" fmla="*/ 250 w 501"/>
                <a:gd name="T25" fmla="*/ 0 h 562"/>
                <a:gd name="T26" fmla="*/ 122 w 501"/>
                <a:gd name="T27" fmla="*/ 17 h 562"/>
                <a:gd name="T28" fmla="*/ 17 w 501"/>
                <a:gd name="T29" fmla="*/ 68 h 562"/>
                <a:gd name="T30" fmla="*/ 67 w 501"/>
                <a:gd name="T31" fmla="*/ 162 h 562"/>
                <a:gd name="T32" fmla="*/ 143 w 501"/>
                <a:gd name="T33" fmla="*/ 121 h 562"/>
                <a:gd name="T34" fmla="*/ 234 w 501"/>
                <a:gd name="T35" fmla="*/ 107 h 562"/>
                <a:gd name="T36" fmla="*/ 337 w 501"/>
                <a:gd name="T37" fmla="*/ 138 h 562"/>
                <a:gd name="T38" fmla="*/ 372 w 501"/>
                <a:gd name="T39" fmla="*/ 226 h 562"/>
                <a:gd name="T40" fmla="*/ 372 w 501"/>
                <a:gd name="T41" fmla="*/ 235 h 562"/>
                <a:gd name="T42" fmla="*/ 229 w 501"/>
                <a:gd name="T43" fmla="*/ 235 h 562"/>
                <a:gd name="T44" fmla="*/ 95 w 501"/>
                <a:gd name="T45" fmla="*/ 256 h 562"/>
                <a:gd name="T46" fmla="*/ 22 w 501"/>
                <a:gd name="T47" fmla="*/ 315 h 562"/>
                <a:gd name="T48" fmla="*/ 0 w 501"/>
                <a:gd name="T49" fmla="*/ 398 h 562"/>
                <a:gd name="T50" fmla="*/ 25 w 501"/>
                <a:gd name="T51" fmla="*/ 483 h 562"/>
                <a:gd name="T52" fmla="*/ 97 w 501"/>
                <a:gd name="T53" fmla="*/ 541 h 562"/>
                <a:gd name="T54" fmla="*/ 205 w 501"/>
                <a:gd name="T55" fmla="*/ 562 h 562"/>
                <a:gd name="T56" fmla="*/ 327 w 501"/>
                <a:gd name="T57" fmla="*/ 536 h 562"/>
                <a:gd name="T58" fmla="*/ 379 w 501"/>
                <a:gd name="T59" fmla="*/ 489 h 562"/>
                <a:gd name="T60" fmla="*/ 379 w 501"/>
                <a:gd name="T61" fmla="*/ 555 h 562"/>
                <a:gd name="T62" fmla="*/ 501 w 501"/>
                <a:gd name="T63" fmla="*/ 555 h 562"/>
                <a:gd name="T64" fmla="*/ 501 w 501"/>
                <a:gd name="T65" fmla="*/ 234 h 562"/>
                <a:gd name="T66" fmla="*/ 435 w 501"/>
                <a:gd name="T67" fmla="*/ 57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01" h="562">
                  <a:moveTo>
                    <a:pt x="317" y="447"/>
                  </a:moveTo>
                  <a:lnTo>
                    <a:pt x="317" y="447"/>
                  </a:lnTo>
                  <a:cubicBezTo>
                    <a:pt x="292" y="462"/>
                    <a:pt x="264" y="469"/>
                    <a:pt x="232" y="469"/>
                  </a:cubicBezTo>
                  <a:cubicBezTo>
                    <a:pt x="199" y="469"/>
                    <a:pt x="173" y="462"/>
                    <a:pt x="155" y="448"/>
                  </a:cubicBezTo>
                  <a:cubicBezTo>
                    <a:pt x="136" y="435"/>
                    <a:pt x="127" y="416"/>
                    <a:pt x="127" y="393"/>
                  </a:cubicBezTo>
                  <a:cubicBezTo>
                    <a:pt x="127" y="372"/>
                    <a:pt x="135" y="355"/>
                    <a:pt x="150" y="341"/>
                  </a:cubicBezTo>
                  <a:cubicBezTo>
                    <a:pt x="165" y="327"/>
                    <a:pt x="194" y="320"/>
                    <a:pt x="238" y="320"/>
                  </a:cubicBezTo>
                  <a:lnTo>
                    <a:pt x="372" y="320"/>
                  </a:lnTo>
                  <a:lnTo>
                    <a:pt x="372" y="384"/>
                  </a:lnTo>
                  <a:cubicBezTo>
                    <a:pt x="361" y="412"/>
                    <a:pt x="342" y="433"/>
                    <a:pt x="317" y="447"/>
                  </a:cubicBezTo>
                  <a:close/>
                  <a:moveTo>
                    <a:pt x="435" y="57"/>
                  </a:moveTo>
                  <a:lnTo>
                    <a:pt x="435" y="57"/>
                  </a:lnTo>
                  <a:cubicBezTo>
                    <a:pt x="391" y="19"/>
                    <a:pt x="330" y="0"/>
                    <a:pt x="250" y="0"/>
                  </a:cubicBezTo>
                  <a:cubicBezTo>
                    <a:pt x="206" y="0"/>
                    <a:pt x="163" y="6"/>
                    <a:pt x="122" y="17"/>
                  </a:cubicBezTo>
                  <a:cubicBezTo>
                    <a:pt x="81" y="28"/>
                    <a:pt x="46" y="45"/>
                    <a:pt x="17" y="68"/>
                  </a:cubicBezTo>
                  <a:lnTo>
                    <a:pt x="67" y="162"/>
                  </a:lnTo>
                  <a:cubicBezTo>
                    <a:pt x="88" y="144"/>
                    <a:pt x="113" y="131"/>
                    <a:pt x="143" y="121"/>
                  </a:cubicBezTo>
                  <a:cubicBezTo>
                    <a:pt x="173" y="112"/>
                    <a:pt x="203" y="107"/>
                    <a:pt x="234" y="107"/>
                  </a:cubicBezTo>
                  <a:cubicBezTo>
                    <a:pt x="280" y="107"/>
                    <a:pt x="315" y="118"/>
                    <a:pt x="337" y="138"/>
                  </a:cubicBezTo>
                  <a:cubicBezTo>
                    <a:pt x="360" y="159"/>
                    <a:pt x="372" y="189"/>
                    <a:pt x="372" y="226"/>
                  </a:cubicBezTo>
                  <a:lnTo>
                    <a:pt x="372" y="235"/>
                  </a:lnTo>
                  <a:lnTo>
                    <a:pt x="229" y="235"/>
                  </a:lnTo>
                  <a:cubicBezTo>
                    <a:pt x="173" y="235"/>
                    <a:pt x="129" y="242"/>
                    <a:pt x="95" y="256"/>
                  </a:cubicBezTo>
                  <a:cubicBezTo>
                    <a:pt x="61" y="271"/>
                    <a:pt x="37" y="290"/>
                    <a:pt x="22" y="315"/>
                  </a:cubicBezTo>
                  <a:cubicBezTo>
                    <a:pt x="7" y="339"/>
                    <a:pt x="0" y="367"/>
                    <a:pt x="0" y="398"/>
                  </a:cubicBezTo>
                  <a:cubicBezTo>
                    <a:pt x="0" y="429"/>
                    <a:pt x="8" y="458"/>
                    <a:pt x="25" y="483"/>
                  </a:cubicBezTo>
                  <a:cubicBezTo>
                    <a:pt x="42" y="508"/>
                    <a:pt x="66" y="527"/>
                    <a:pt x="97" y="541"/>
                  </a:cubicBezTo>
                  <a:cubicBezTo>
                    <a:pt x="128" y="555"/>
                    <a:pt x="164" y="562"/>
                    <a:pt x="205" y="562"/>
                  </a:cubicBezTo>
                  <a:cubicBezTo>
                    <a:pt x="254" y="562"/>
                    <a:pt x="295" y="554"/>
                    <a:pt x="327" y="536"/>
                  </a:cubicBezTo>
                  <a:cubicBezTo>
                    <a:pt x="349" y="523"/>
                    <a:pt x="366" y="508"/>
                    <a:pt x="379" y="489"/>
                  </a:cubicBezTo>
                  <a:lnTo>
                    <a:pt x="379" y="555"/>
                  </a:lnTo>
                  <a:lnTo>
                    <a:pt x="501" y="555"/>
                  </a:lnTo>
                  <a:lnTo>
                    <a:pt x="501" y="234"/>
                  </a:lnTo>
                  <a:cubicBezTo>
                    <a:pt x="501" y="154"/>
                    <a:pt x="479" y="95"/>
                    <a:pt x="435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BCED7FE0-774F-4058-B390-06792A3939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29005" y="719144"/>
              <a:ext cx="517526" cy="530230"/>
            </a:xfrm>
            <a:custGeom>
              <a:avLst/>
              <a:gdLst>
                <a:gd name="T0" fmla="*/ 513 w 543"/>
                <a:gd name="T1" fmla="*/ 105 h 555"/>
                <a:gd name="T2" fmla="*/ 513 w 543"/>
                <a:gd name="T3" fmla="*/ 105 h 555"/>
                <a:gd name="T4" fmla="*/ 431 w 543"/>
                <a:gd name="T5" fmla="*/ 26 h 555"/>
                <a:gd name="T6" fmla="*/ 312 w 543"/>
                <a:gd name="T7" fmla="*/ 0 h 555"/>
                <a:gd name="T8" fmla="*/ 185 w 543"/>
                <a:gd name="T9" fmla="*/ 28 h 555"/>
                <a:gd name="T10" fmla="*/ 123 w 543"/>
                <a:gd name="T11" fmla="*/ 78 h 555"/>
                <a:gd name="T12" fmla="*/ 123 w 543"/>
                <a:gd name="T13" fmla="*/ 6 h 555"/>
                <a:gd name="T14" fmla="*/ 0 w 543"/>
                <a:gd name="T15" fmla="*/ 6 h 555"/>
                <a:gd name="T16" fmla="*/ 0 w 543"/>
                <a:gd name="T17" fmla="*/ 555 h 555"/>
                <a:gd name="T18" fmla="*/ 129 w 543"/>
                <a:gd name="T19" fmla="*/ 555 h 555"/>
                <a:gd name="T20" fmla="*/ 129 w 543"/>
                <a:gd name="T21" fmla="*/ 278 h 555"/>
                <a:gd name="T22" fmla="*/ 148 w 543"/>
                <a:gd name="T23" fmla="*/ 186 h 555"/>
                <a:gd name="T24" fmla="*/ 202 w 543"/>
                <a:gd name="T25" fmla="*/ 131 h 555"/>
                <a:gd name="T26" fmla="*/ 283 w 543"/>
                <a:gd name="T27" fmla="*/ 112 h 555"/>
                <a:gd name="T28" fmla="*/ 379 w 543"/>
                <a:gd name="T29" fmla="*/ 148 h 555"/>
                <a:gd name="T30" fmla="*/ 414 w 543"/>
                <a:gd name="T31" fmla="*/ 257 h 555"/>
                <a:gd name="T32" fmla="*/ 414 w 543"/>
                <a:gd name="T33" fmla="*/ 555 h 555"/>
                <a:gd name="T34" fmla="*/ 543 w 543"/>
                <a:gd name="T35" fmla="*/ 555 h 555"/>
                <a:gd name="T36" fmla="*/ 543 w 543"/>
                <a:gd name="T37" fmla="*/ 241 h 555"/>
                <a:gd name="T38" fmla="*/ 513 w 543"/>
                <a:gd name="T39" fmla="*/ 105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3" h="555">
                  <a:moveTo>
                    <a:pt x="513" y="105"/>
                  </a:moveTo>
                  <a:lnTo>
                    <a:pt x="513" y="105"/>
                  </a:lnTo>
                  <a:cubicBezTo>
                    <a:pt x="493" y="69"/>
                    <a:pt x="465" y="43"/>
                    <a:pt x="431" y="26"/>
                  </a:cubicBezTo>
                  <a:cubicBezTo>
                    <a:pt x="396" y="9"/>
                    <a:pt x="356" y="0"/>
                    <a:pt x="312" y="0"/>
                  </a:cubicBezTo>
                  <a:cubicBezTo>
                    <a:pt x="264" y="0"/>
                    <a:pt x="222" y="10"/>
                    <a:pt x="185" y="28"/>
                  </a:cubicBezTo>
                  <a:cubicBezTo>
                    <a:pt x="160" y="41"/>
                    <a:pt x="139" y="58"/>
                    <a:pt x="123" y="78"/>
                  </a:cubicBezTo>
                  <a:lnTo>
                    <a:pt x="123" y="6"/>
                  </a:lnTo>
                  <a:lnTo>
                    <a:pt x="0" y="6"/>
                  </a:lnTo>
                  <a:lnTo>
                    <a:pt x="0" y="555"/>
                  </a:lnTo>
                  <a:lnTo>
                    <a:pt x="129" y="555"/>
                  </a:lnTo>
                  <a:lnTo>
                    <a:pt x="129" y="278"/>
                  </a:lnTo>
                  <a:cubicBezTo>
                    <a:pt x="129" y="241"/>
                    <a:pt x="135" y="210"/>
                    <a:pt x="148" y="186"/>
                  </a:cubicBezTo>
                  <a:cubicBezTo>
                    <a:pt x="161" y="161"/>
                    <a:pt x="179" y="143"/>
                    <a:pt x="202" y="131"/>
                  </a:cubicBezTo>
                  <a:cubicBezTo>
                    <a:pt x="225" y="118"/>
                    <a:pt x="252" y="112"/>
                    <a:pt x="283" y="112"/>
                  </a:cubicBezTo>
                  <a:cubicBezTo>
                    <a:pt x="324" y="112"/>
                    <a:pt x="356" y="124"/>
                    <a:pt x="379" y="148"/>
                  </a:cubicBezTo>
                  <a:cubicBezTo>
                    <a:pt x="402" y="172"/>
                    <a:pt x="414" y="208"/>
                    <a:pt x="414" y="257"/>
                  </a:cubicBezTo>
                  <a:lnTo>
                    <a:pt x="414" y="555"/>
                  </a:lnTo>
                  <a:lnTo>
                    <a:pt x="543" y="555"/>
                  </a:lnTo>
                  <a:lnTo>
                    <a:pt x="543" y="241"/>
                  </a:lnTo>
                  <a:cubicBezTo>
                    <a:pt x="543" y="185"/>
                    <a:pt x="533" y="140"/>
                    <a:pt x="513" y="10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11DDD66A-8259-4703-BFFC-3A754E50B2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82778" y="1111260"/>
              <a:ext cx="134938" cy="139701"/>
            </a:xfrm>
            <a:custGeom>
              <a:avLst/>
              <a:gdLst>
                <a:gd name="T0" fmla="*/ 0 w 141"/>
                <a:gd name="T1" fmla="*/ 0 h 146"/>
                <a:gd name="T2" fmla="*/ 0 w 141"/>
                <a:gd name="T3" fmla="*/ 0 h 146"/>
                <a:gd name="T4" fmla="*/ 141 w 141"/>
                <a:gd name="T5" fmla="*/ 0 h 146"/>
                <a:gd name="T6" fmla="*/ 141 w 141"/>
                <a:gd name="T7" fmla="*/ 146 h 146"/>
                <a:gd name="T8" fmla="*/ 0 w 141"/>
                <a:gd name="T9" fmla="*/ 146 h 146"/>
                <a:gd name="T10" fmla="*/ 0 w 141"/>
                <a:gd name="T1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" h="146">
                  <a:moveTo>
                    <a:pt x="0" y="0"/>
                  </a:moveTo>
                  <a:lnTo>
                    <a:pt x="0" y="0"/>
                  </a:lnTo>
                  <a:lnTo>
                    <a:pt x="141" y="0"/>
                  </a:lnTo>
                  <a:lnTo>
                    <a:pt x="141" y="146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00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50A0C2E0-0905-4401-845A-FD9982E36F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01" y="1433526"/>
              <a:ext cx="104775" cy="115889"/>
            </a:xfrm>
            <a:custGeom>
              <a:avLst/>
              <a:gdLst>
                <a:gd name="T0" fmla="*/ 83 w 109"/>
                <a:gd name="T1" fmla="*/ 122 h 122"/>
                <a:gd name="T2" fmla="*/ 83 w 109"/>
                <a:gd name="T3" fmla="*/ 122 h 122"/>
                <a:gd name="T4" fmla="*/ 83 w 109"/>
                <a:gd name="T5" fmla="*/ 23 h 122"/>
                <a:gd name="T6" fmla="*/ 26 w 109"/>
                <a:gd name="T7" fmla="*/ 23 h 122"/>
                <a:gd name="T8" fmla="*/ 26 w 109"/>
                <a:gd name="T9" fmla="*/ 122 h 122"/>
                <a:gd name="T10" fmla="*/ 0 w 109"/>
                <a:gd name="T11" fmla="*/ 122 h 122"/>
                <a:gd name="T12" fmla="*/ 0 w 109"/>
                <a:gd name="T13" fmla="*/ 0 h 122"/>
                <a:gd name="T14" fmla="*/ 109 w 109"/>
                <a:gd name="T15" fmla="*/ 0 h 122"/>
                <a:gd name="T16" fmla="*/ 109 w 109"/>
                <a:gd name="T17" fmla="*/ 122 h 122"/>
                <a:gd name="T18" fmla="*/ 83 w 109"/>
                <a:gd name="T1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22">
                  <a:moveTo>
                    <a:pt x="83" y="122"/>
                  </a:moveTo>
                  <a:lnTo>
                    <a:pt x="83" y="122"/>
                  </a:lnTo>
                  <a:lnTo>
                    <a:pt x="83" y="23"/>
                  </a:lnTo>
                  <a:lnTo>
                    <a:pt x="26" y="23"/>
                  </a:lnTo>
                  <a:lnTo>
                    <a:pt x="26" y="122"/>
                  </a:lnTo>
                  <a:lnTo>
                    <a:pt x="0" y="122"/>
                  </a:lnTo>
                  <a:lnTo>
                    <a:pt x="0" y="0"/>
                  </a:lnTo>
                  <a:lnTo>
                    <a:pt x="109" y="0"/>
                  </a:lnTo>
                  <a:lnTo>
                    <a:pt x="109" y="122"/>
                  </a:lnTo>
                  <a:lnTo>
                    <a:pt x="83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6C0A079F-7571-46C6-B646-A952207B0F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9326" y="1433526"/>
              <a:ext cx="111125" cy="119064"/>
            </a:xfrm>
            <a:custGeom>
              <a:avLst/>
              <a:gdLst>
                <a:gd name="T0" fmla="*/ 0 w 116"/>
                <a:gd name="T1" fmla="*/ 99 h 124"/>
                <a:gd name="T2" fmla="*/ 0 w 116"/>
                <a:gd name="T3" fmla="*/ 99 h 124"/>
                <a:gd name="T4" fmla="*/ 27 w 116"/>
                <a:gd name="T5" fmla="*/ 36 h 124"/>
                <a:gd name="T6" fmla="*/ 30 w 116"/>
                <a:gd name="T7" fmla="*/ 0 h 124"/>
                <a:gd name="T8" fmla="*/ 116 w 116"/>
                <a:gd name="T9" fmla="*/ 0 h 124"/>
                <a:gd name="T10" fmla="*/ 116 w 116"/>
                <a:gd name="T11" fmla="*/ 122 h 124"/>
                <a:gd name="T12" fmla="*/ 90 w 116"/>
                <a:gd name="T13" fmla="*/ 122 h 124"/>
                <a:gd name="T14" fmla="*/ 90 w 116"/>
                <a:gd name="T15" fmla="*/ 23 h 124"/>
                <a:gd name="T16" fmla="*/ 52 w 116"/>
                <a:gd name="T17" fmla="*/ 23 h 124"/>
                <a:gd name="T18" fmla="*/ 50 w 116"/>
                <a:gd name="T19" fmla="*/ 40 h 124"/>
                <a:gd name="T20" fmla="*/ 0 w 116"/>
                <a:gd name="T21" fmla="*/ 124 h 124"/>
                <a:gd name="T22" fmla="*/ 0 w 116"/>
                <a:gd name="T23" fmla="*/ 9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6" h="124">
                  <a:moveTo>
                    <a:pt x="0" y="99"/>
                  </a:moveTo>
                  <a:lnTo>
                    <a:pt x="0" y="99"/>
                  </a:lnTo>
                  <a:cubicBezTo>
                    <a:pt x="12" y="99"/>
                    <a:pt x="23" y="91"/>
                    <a:pt x="27" y="36"/>
                  </a:cubicBezTo>
                  <a:lnTo>
                    <a:pt x="30" y="0"/>
                  </a:lnTo>
                  <a:lnTo>
                    <a:pt x="116" y="0"/>
                  </a:lnTo>
                  <a:lnTo>
                    <a:pt x="116" y="122"/>
                  </a:lnTo>
                  <a:lnTo>
                    <a:pt x="90" y="122"/>
                  </a:lnTo>
                  <a:lnTo>
                    <a:pt x="90" y="23"/>
                  </a:lnTo>
                  <a:lnTo>
                    <a:pt x="52" y="23"/>
                  </a:lnTo>
                  <a:lnTo>
                    <a:pt x="50" y="40"/>
                  </a:lnTo>
                  <a:cubicBezTo>
                    <a:pt x="44" y="115"/>
                    <a:pt x="24" y="124"/>
                    <a:pt x="0" y="124"/>
                  </a:cubicBezTo>
                  <a:lnTo>
                    <a:pt x="0" y="9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732E732F-C418-426A-A277-69CBD585FD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4739" y="1433526"/>
              <a:ext cx="120650" cy="115889"/>
            </a:xfrm>
            <a:custGeom>
              <a:avLst/>
              <a:gdLst>
                <a:gd name="T0" fmla="*/ 63 w 126"/>
                <a:gd name="T1" fmla="*/ 22 h 122"/>
                <a:gd name="T2" fmla="*/ 63 w 126"/>
                <a:gd name="T3" fmla="*/ 22 h 122"/>
                <a:gd name="T4" fmla="*/ 43 w 126"/>
                <a:gd name="T5" fmla="*/ 78 h 122"/>
                <a:gd name="T6" fmla="*/ 83 w 126"/>
                <a:gd name="T7" fmla="*/ 78 h 122"/>
                <a:gd name="T8" fmla="*/ 63 w 126"/>
                <a:gd name="T9" fmla="*/ 22 h 122"/>
                <a:gd name="T10" fmla="*/ 98 w 126"/>
                <a:gd name="T11" fmla="*/ 122 h 122"/>
                <a:gd name="T12" fmla="*/ 98 w 126"/>
                <a:gd name="T13" fmla="*/ 122 h 122"/>
                <a:gd name="T14" fmla="*/ 90 w 126"/>
                <a:gd name="T15" fmla="*/ 101 h 122"/>
                <a:gd name="T16" fmla="*/ 36 w 126"/>
                <a:gd name="T17" fmla="*/ 101 h 122"/>
                <a:gd name="T18" fmla="*/ 28 w 126"/>
                <a:gd name="T19" fmla="*/ 122 h 122"/>
                <a:gd name="T20" fmla="*/ 0 w 126"/>
                <a:gd name="T21" fmla="*/ 122 h 122"/>
                <a:gd name="T22" fmla="*/ 47 w 126"/>
                <a:gd name="T23" fmla="*/ 0 h 122"/>
                <a:gd name="T24" fmla="*/ 79 w 126"/>
                <a:gd name="T25" fmla="*/ 0 h 122"/>
                <a:gd name="T26" fmla="*/ 126 w 126"/>
                <a:gd name="T27" fmla="*/ 122 h 122"/>
                <a:gd name="T28" fmla="*/ 98 w 126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6" h="122">
                  <a:moveTo>
                    <a:pt x="63" y="22"/>
                  </a:moveTo>
                  <a:lnTo>
                    <a:pt x="63" y="22"/>
                  </a:lnTo>
                  <a:lnTo>
                    <a:pt x="43" y="78"/>
                  </a:lnTo>
                  <a:lnTo>
                    <a:pt x="83" y="78"/>
                  </a:lnTo>
                  <a:lnTo>
                    <a:pt x="63" y="22"/>
                  </a:lnTo>
                  <a:close/>
                  <a:moveTo>
                    <a:pt x="98" y="122"/>
                  </a:moveTo>
                  <a:lnTo>
                    <a:pt x="98" y="122"/>
                  </a:lnTo>
                  <a:lnTo>
                    <a:pt x="90" y="101"/>
                  </a:lnTo>
                  <a:lnTo>
                    <a:pt x="36" y="101"/>
                  </a:lnTo>
                  <a:lnTo>
                    <a:pt x="28" y="122"/>
                  </a:lnTo>
                  <a:lnTo>
                    <a:pt x="0" y="122"/>
                  </a:lnTo>
                  <a:lnTo>
                    <a:pt x="47" y="0"/>
                  </a:lnTo>
                  <a:lnTo>
                    <a:pt x="79" y="0"/>
                  </a:lnTo>
                  <a:lnTo>
                    <a:pt x="126" y="122"/>
                  </a:lnTo>
                  <a:lnTo>
                    <a:pt x="98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4E2E9FB4-4DBA-40CC-90B3-8869A6F40A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0627" y="1433526"/>
              <a:ext cx="93663" cy="115889"/>
            </a:xfrm>
            <a:custGeom>
              <a:avLst/>
              <a:gdLst>
                <a:gd name="T0" fmla="*/ 35 w 97"/>
                <a:gd name="T1" fmla="*/ 122 h 122"/>
                <a:gd name="T2" fmla="*/ 35 w 97"/>
                <a:gd name="T3" fmla="*/ 122 h 122"/>
                <a:gd name="T4" fmla="*/ 35 w 97"/>
                <a:gd name="T5" fmla="*/ 23 h 122"/>
                <a:gd name="T6" fmla="*/ 0 w 97"/>
                <a:gd name="T7" fmla="*/ 23 h 122"/>
                <a:gd name="T8" fmla="*/ 0 w 97"/>
                <a:gd name="T9" fmla="*/ 0 h 122"/>
                <a:gd name="T10" fmla="*/ 97 w 97"/>
                <a:gd name="T11" fmla="*/ 0 h 122"/>
                <a:gd name="T12" fmla="*/ 97 w 97"/>
                <a:gd name="T13" fmla="*/ 23 h 122"/>
                <a:gd name="T14" fmla="*/ 61 w 97"/>
                <a:gd name="T15" fmla="*/ 23 h 122"/>
                <a:gd name="T16" fmla="*/ 61 w 97"/>
                <a:gd name="T17" fmla="*/ 122 h 122"/>
                <a:gd name="T18" fmla="*/ 35 w 97"/>
                <a:gd name="T1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22">
                  <a:moveTo>
                    <a:pt x="35" y="122"/>
                  </a:moveTo>
                  <a:lnTo>
                    <a:pt x="35" y="122"/>
                  </a:lnTo>
                  <a:lnTo>
                    <a:pt x="35" y="23"/>
                  </a:lnTo>
                  <a:lnTo>
                    <a:pt x="0" y="23"/>
                  </a:lnTo>
                  <a:lnTo>
                    <a:pt x="0" y="0"/>
                  </a:lnTo>
                  <a:lnTo>
                    <a:pt x="97" y="0"/>
                  </a:lnTo>
                  <a:lnTo>
                    <a:pt x="97" y="23"/>
                  </a:lnTo>
                  <a:lnTo>
                    <a:pt x="61" y="23"/>
                  </a:lnTo>
                  <a:lnTo>
                    <a:pt x="61" y="122"/>
                  </a:lnTo>
                  <a:lnTo>
                    <a:pt x="35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5D2213FC-3154-464D-B046-1B81C7E5C7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89052" y="1433526"/>
              <a:ext cx="134938" cy="115889"/>
            </a:xfrm>
            <a:custGeom>
              <a:avLst/>
              <a:gdLst>
                <a:gd name="T0" fmla="*/ 85 w 143"/>
                <a:gd name="T1" fmla="*/ 86 h 122"/>
                <a:gd name="T2" fmla="*/ 85 w 143"/>
                <a:gd name="T3" fmla="*/ 86 h 122"/>
                <a:gd name="T4" fmla="*/ 117 w 143"/>
                <a:gd name="T5" fmla="*/ 61 h 122"/>
                <a:gd name="T6" fmla="*/ 85 w 143"/>
                <a:gd name="T7" fmla="*/ 36 h 122"/>
                <a:gd name="T8" fmla="*/ 85 w 143"/>
                <a:gd name="T9" fmla="*/ 86 h 122"/>
                <a:gd name="T10" fmla="*/ 59 w 143"/>
                <a:gd name="T11" fmla="*/ 86 h 122"/>
                <a:gd name="T12" fmla="*/ 59 w 143"/>
                <a:gd name="T13" fmla="*/ 86 h 122"/>
                <a:gd name="T14" fmla="*/ 59 w 143"/>
                <a:gd name="T15" fmla="*/ 36 h 122"/>
                <a:gd name="T16" fmla="*/ 27 w 143"/>
                <a:gd name="T17" fmla="*/ 61 h 122"/>
                <a:gd name="T18" fmla="*/ 59 w 143"/>
                <a:gd name="T19" fmla="*/ 86 h 122"/>
                <a:gd name="T20" fmla="*/ 85 w 143"/>
                <a:gd name="T21" fmla="*/ 109 h 122"/>
                <a:gd name="T22" fmla="*/ 85 w 143"/>
                <a:gd name="T23" fmla="*/ 109 h 122"/>
                <a:gd name="T24" fmla="*/ 85 w 143"/>
                <a:gd name="T25" fmla="*/ 122 h 122"/>
                <a:gd name="T26" fmla="*/ 59 w 143"/>
                <a:gd name="T27" fmla="*/ 122 h 122"/>
                <a:gd name="T28" fmla="*/ 59 w 143"/>
                <a:gd name="T29" fmla="*/ 109 h 122"/>
                <a:gd name="T30" fmla="*/ 0 w 143"/>
                <a:gd name="T31" fmla="*/ 61 h 122"/>
                <a:gd name="T32" fmla="*/ 59 w 143"/>
                <a:gd name="T33" fmla="*/ 12 h 122"/>
                <a:gd name="T34" fmla="*/ 59 w 143"/>
                <a:gd name="T35" fmla="*/ 0 h 122"/>
                <a:gd name="T36" fmla="*/ 85 w 143"/>
                <a:gd name="T37" fmla="*/ 0 h 122"/>
                <a:gd name="T38" fmla="*/ 85 w 143"/>
                <a:gd name="T39" fmla="*/ 12 h 122"/>
                <a:gd name="T40" fmla="*/ 143 w 143"/>
                <a:gd name="T41" fmla="*/ 61 h 122"/>
                <a:gd name="T42" fmla="*/ 85 w 143"/>
                <a:gd name="T4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122">
                  <a:moveTo>
                    <a:pt x="85" y="86"/>
                  </a:moveTo>
                  <a:lnTo>
                    <a:pt x="85" y="86"/>
                  </a:lnTo>
                  <a:cubicBezTo>
                    <a:pt x="105" y="84"/>
                    <a:pt x="117" y="75"/>
                    <a:pt x="117" y="61"/>
                  </a:cubicBezTo>
                  <a:cubicBezTo>
                    <a:pt x="117" y="47"/>
                    <a:pt x="105" y="38"/>
                    <a:pt x="85" y="36"/>
                  </a:cubicBezTo>
                  <a:lnTo>
                    <a:pt x="85" y="86"/>
                  </a:lnTo>
                  <a:close/>
                  <a:moveTo>
                    <a:pt x="59" y="86"/>
                  </a:moveTo>
                  <a:lnTo>
                    <a:pt x="59" y="86"/>
                  </a:lnTo>
                  <a:lnTo>
                    <a:pt x="59" y="36"/>
                  </a:lnTo>
                  <a:cubicBezTo>
                    <a:pt x="38" y="38"/>
                    <a:pt x="27" y="47"/>
                    <a:pt x="27" y="61"/>
                  </a:cubicBezTo>
                  <a:cubicBezTo>
                    <a:pt x="27" y="75"/>
                    <a:pt x="38" y="84"/>
                    <a:pt x="59" y="86"/>
                  </a:cubicBezTo>
                  <a:close/>
                  <a:moveTo>
                    <a:pt x="85" y="109"/>
                  </a:moveTo>
                  <a:lnTo>
                    <a:pt x="85" y="109"/>
                  </a:lnTo>
                  <a:lnTo>
                    <a:pt x="85" y="122"/>
                  </a:lnTo>
                  <a:lnTo>
                    <a:pt x="59" y="122"/>
                  </a:lnTo>
                  <a:lnTo>
                    <a:pt x="59" y="109"/>
                  </a:lnTo>
                  <a:cubicBezTo>
                    <a:pt x="22" y="106"/>
                    <a:pt x="0" y="89"/>
                    <a:pt x="0" y="61"/>
                  </a:cubicBezTo>
                  <a:cubicBezTo>
                    <a:pt x="0" y="33"/>
                    <a:pt x="22" y="16"/>
                    <a:pt x="59" y="12"/>
                  </a:cubicBezTo>
                  <a:lnTo>
                    <a:pt x="59" y="0"/>
                  </a:lnTo>
                  <a:lnTo>
                    <a:pt x="85" y="0"/>
                  </a:lnTo>
                  <a:lnTo>
                    <a:pt x="85" y="12"/>
                  </a:lnTo>
                  <a:cubicBezTo>
                    <a:pt x="121" y="16"/>
                    <a:pt x="143" y="33"/>
                    <a:pt x="143" y="61"/>
                  </a:cubicBezTo>
                  <a:cubicBezTo>
                    <a:pt x="143" y="89"/>
                    <a:pt x="121" y="106"/>
                    <a:pt x="85" y="10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FF44A168-7F5B-4F13-8397-344518F51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39865" y="1431938"/>
              <a:ext cx="120650" cy="120651"/>
            </a:xfrm>
            <a:custGeom>
              <a:avLst/>
              <a:gdLst>
                <a:gd name="T0" fmla="*/ 64 w 127"/>
                <a:gd name="T1" fmla="*/ 23 h 126"/>
                <a:gd name="T2" fmla="*/ 64 w 127"/>
                <a:gd name="T3" fmla="*/ 23 h 126"/>
                <a:gd name="T4" fmla="*/ 27 w 127"/>
                <a:gd name="T5" fmla="*/ 63 h 126"/>
                <a:gd name="T6" fmla="*/ 64 w 127"/>
                <a:gd name="T7" fmla="*/ 103 h 126"/>
                <a:gd name="T8" fmla="*/ 101 w 127"/>
                <a:gd name="T9" fmla="*/ 63 h 126"/>
                <a:gd name="T10" fmla="*/ 64 w 127"/>
                <a:gd name="T11" fmla="*/ 23 h 126"/>
                <a:gd name="T12" fmla="*/ 64 w 127"/>
                <a:gd name="T13" fmla="*/ 0 h 126"/>
                <a:gd name="T14" fmla="*/ 64 w 127"/>
                <a:gd name="T15" fmla="*/ 0 h 126"/>
                <a:gd name="T16" fmla="*/ 127 w 127"/>
                <a:gd name="T17" fmla="*/ 63 h 126"/>
                <a:gd name="T18" fmla="*/ 64 w 127"/>
                <a:gd name="T19" fmla="*/ 126 h 126"/>
                <a:gd name="T20" fmla="*/ 0 w 127"/>
                <a:gd name="T21" fmla="*/ 63 h 126"/>
                <a:gd name="T22" fmla="*/ 64 w 127"/>
                <a:gd name="T2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" h="126">
                  <a:moveTo>
                    <a:pt x="64" y="23"/>
                  </a:moveTo>
                  <a:lnTo>
                    <a:pt x="64" y="23"/>
                  </a:lnTo>
                  <a:cubicBezTo>
                    <a:pt x="41" y="23"/>
                    <a:pt x="27" y="40"/>
                    <a:pt x="27" y="63"/>
                  </a:cubicBezTo>
                  <a:cubicBezTo>
                    <a:pt x="27" y="86"/>
                    <a:pt x="41" y="103"/>
                    <a:pt x="64" y="103"/>
                  </a:cubicBezTo>
                  <a:cubicBezTo>
                    <a:pt x="86" y="103"/>
                    <a:pt x="101" y="86"/>
                    <a:pt x="101" y="63"/>
                  </a:cubicBezTo>
                  <a:cubicBezTo>
                    <a:pt x="101" y="40"/>
                    <a:pt x="86" y="23"/>
                    <a:pt x="64" y="23"/>
                  </a:cubicBezTo>
                  <a:close/>
                  <a:moveTo>
                    <a:pt x="64" y="0"/>
                  </a:moveTo>
                  <a:lnTo>
                    <a:pt x="64" y="0"/>
                  </a:lnTo>
                  <a:cubicBezTo>
                    <a:pt x="101" y="0"/>
                    <a:pt x="127" y="26"/>
                    <a:pt x="127" y="63"/>
                  </a:cubicBezTo>
                  <a:cubicBezTo>
                    <a:pt x="127" y="100"/>
                    <a:pt x="101" y="126"/>
                    <a:pt x="64" y="126"/>
                  </a:cubicBezTo>
                  <a:cubicBezTo>
                    <a:pt x="27" y="126"/>
                    <a:pt x="0" y="100"/>
                    <a:pt x="0" y="63"/>
                  </a:cubicBezTo>
                  <a:cubicBezTo>
                    <a:pt x="0" y="26"/>
                    <a:pt x="27" y="0"/>
                    <a:pt x="6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D3429521-D806-47F9-989F-AB801EB21E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40" y="1433526"/>
              <a:ext cx="92075" cy="115889"/>
            </a:xfrm>
            <a:custGeom>
              <a:avLst/>
              <a:gdLst>
                <a:gd name="T0" fmla="*/ 54 w 98"/>
                <a:gd name="T1" fmla="*/ 22 h 122"/>
                <a:gd name="T2" fmla="*/ 54 w 98"/>
                <a:gd name="T3" fmla="*/ 22 h 122"/>
                <a:gd name="T4" fmla="*/ 26 w 98"/>
                <a:gd name="T5" fmla="*/ 22 h 122"/>
                <a:gd name="T6" fmla="*/ 26 w 98"/>
                <a:gd name="T7" fmla="*/ 56 h 122"/>
                <a:gd name="T8" fmla="*/ 54 w 98"/>
                <a:gd name="T9" fmla="*/ 56 h 122"/>
                <a:gd name="T10" fmla="*/ 72 w 98"/>
                <a:gd name="T11" fmla="*/ 39 h 122"/>
                <a:gd name="T12" fmla="*/ 54 w 98"/>
                <a:gd name="T13" fmla="*/ 22 h 122"/>
                <a:gd name="T14" fmla="*/ 0 w 98"/>
                <a:gd name="T15" fmla="*/ 122 h 122"/>
                <a:gd name="T16" fmla="*/ 0 w 98"/>
                <a:gd name="T17" fmla="*/ 122 h 122"/>
                <a:gd name="T18" fmla="*/ 0 w 98"/>
                <a:gd name="T19" fmla="*/ 0 h 122"/>
                <a:gd name="T20" fmla="*/ 57 w 98"/>
                <a:gd name="T21" fmla="*/ 0 h 122"/>
                <a:gd name="T22" fmla="*/ 98 w 98"/>
                <a:gd name="T23" fmla="*/ 39 h 122"/>
                <a:gd name="T24" fmla="*/ 57 w 98"/>
                <a:gd name="T25" fmla="*/ 78 h 122"/>
                <a:gd name="T26" fmla="*/ 26 w 98"/>
                <a:gd name="T27" fmla="*/ 78 h 122"/>
                <a:gd name="T28" fmla="*/ 26 w 98"/>
                <a:gd name="T29" fmla="*/ 122 h 122"/>
                <a:gd name="T30" fmla="*/ 0 w 98"/>
                <a:gd name="T3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" h="122">
                  <a:moveTo>
                    <a:pt x="54" y="22"/>
                  </a:moveTo>
                  <a:lnTo>
                    <a:pt x="54" y="22"/>
                  </a:lnTo>
                  <a:lnTo>
                    <a:pt x="26" y="22"/>
                  </a:lnTo>
                  <a:lnTo>
                    <a:pt x="26" y="56"/>
                  </a:lnTo>
                  <a:lnTo>
                    <a:pt x="54" y="56"/>
                  </a:lnTo>
                  <a:cubicBezTo>
                    <a:pt x="64" y="56"/>
                    <a:pt x="72" y="49"/>
                    <a:pt x="72" y="39"/>
                  </a:cubicBezTo>
                  <a:cubicBezTo>
                    <a:pt x="72" y="29"/>
                    <a:pt x="64" y="22"/>
                    <a:pt x="54" y="22"/>
                  </a:cubicBezTo>
                  <a:close/>
                  <a:moveTo>
                    <a:pt x="0" y="122"/>
                  </a:moveTo>
                  <a:lnTo>
                    <a:pt x="0" y="122"/>
                  </a:lnTo>
                  <a:lnTo>
                    <a:pt x="0" y="0"/>
                  </a:lnTo>
                  <a:lnTo>
                    <a:pt x="57" y="0"/>
                  </a:lnTo>
                  <a:cubicBezTo>
                    <a:pt x="84" y="0"/>
                    <a:pt x="98" y="18"/>
                    <a:pt x="98" y="39"/>
                  </a:cubicBezTo>
                  <a:cubicBezTo>
                    <a:pt x="98" y="60"/>
                    <a:pt x="83" y="78"/>
                    <a:pt x="57" y="78"/>
                  </a:cubicBezTo>
                  <a:lnTo>
                    <a:pt x="26" y="78"/>
                  </a:lnTo>
                  <a:lnTo>
                    <a:pt x="26" y="122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E99A828D-5456-42AB-ADF5-ABCEB70F4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93865" y="1433526"/>
              <a:ext cx="125413" cy="115889"/>
            </a:xfrm>
            <a:custGeom>
              <a:avLst/>
              <a:gdLst>
                <a:gd name="T0" fmla="*/ 105 w 131"/>
                <a:gd name="T1" fmla="*/ 122 h 122"/>
                <a:gd name="T2" fmla="*/ 105 w 131"/>
                <a:gd name="T3" fmla="*/ 122 h 122"/>
                <a:gd name="T4" fmla="*/ 105 w 131"/>
                <a:gd name="T5" fmla="*/ 34 h 122"/>
                <a:gd name="T6" fmla="*/ 71 w 131"/>
                <a:gd name="T7" fmla="*/ 122 h 122"/>
                <a:gd name="T8" fmla="*/ 60 w 131"/>
                <a:gd name="T9" fmla="*/ 122 h 122"/>
                <a:gd name="T10" fmla="*/ 26 w 131"/>
                <a:gd name="T11" fmla="*/ 34 h 122"/>
                <a:gd name="T12" fmla="*/ 26 w 131"/>
                <a:gd name="T13" fmla="*/ 122 h 122"/>
                <a:gd name="T14" fmla="*/ 0 w 131"/>
                <a:gd name="T15" fmla="*/ 122 h 122"/>
                <a:gd name="T16" fmla="*/ 0 w 131"/>
                <a:gd name="T17" fmla="*/ 0 h 122"/>
                <a:gd name="T18" fmla="*/ 36 w 131"/>
                <a:gd name="T19" fmla="*/ 0 h 122"/>
                <a:gd name="T20" fmla="*/ 65 w 131"/>
                <a:gd name="T21" fmla="*/ 76 h 122"/>
                <a:gd name="T22" fmla="*/ 95 w 131"/>
                <a:gd name="T23" fmla="*/ 0 h 122"/>
                <a:gd name="T24" fmla="*/ 131 w 131"/>
                <a:gd name="T25" fmla="*/ 0 h 122"/>
                <a:gd name="T26" fmla="*/ 131 w 131"/>
                <a:gd name="T27" fmla="*/ 122 h 122"/>
                <a:gd name="T28" fmla="*/ 105 w 131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1" h="122">
                  <a:moveTo>
                    <a:pt x="105" y="122"/>
                  </a:moveTo>
                  <a:lnTo>
                    <a:pt x="105" y="122"/>
                  </a:lnTo>
                  <a:lnTo>
                    <a:pt x="105" y="34"/>
                  </a:lnTo>
                  <a:lnTo>
                    <a:pt x="71" y="122"/>
                  </a:lnTo>
                  <a:lnTo>
                    <a:pt x="60" y="122"/>
                  </a:lnTo>
                  <a:lnTo>
                    <a:pt x="26" y="34"/>
                  </a:lnTo>
                  <a:lnTo>
                    <a:pt x="26" y="122"/>
                  </a:lnTo>
                  <a:lnTo>
                    <a:pt x="0" y="122"/>
                  </a:lnTo>
                  <a:lnTo>
                    <a:pt x="0" y="0"/>
                  </a:lnTo>
                  <a:lnTo>
                    <a:pt x="36" y="0"/>
                  </a:lnTo>
                  <a:lnTo>
                    <a:pt x="65" y="76"/>
                  </a:lnTo>
                  <a:lnTo>
                    <a:pt x="95" y="0"/>
                  </a:lnTo>
                  <a:lnTo>
                    <a:pt x="131" y="0"/>
                  </a:lnTo>
                  <a:lnTo>
                    <a:pt x="131" y="122"/>
                  </a:lnTo>
                  <a:lnTo>
                    <a:pt x="105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167A70D6-E152-4F0C-AC96-00EFA7CB09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33565" y="1433526"/>
              <a:ext cx="120650" cy="115889"/>
            </a:xfrm>
            <a:custGeom>
              <a:avLst/>
              <a:gdLst>
                <a:gd name="T0" fmla="*/ 63 w 127"/>
                <a:gd name="T1" fmla="*/ 22 h 122"/>
                <a:gd name="T2" fmla="*/ 63 w 127"/>
                <a:gd name="T3" fmla="*/ 22 h 122"/>
                <a:gd name="T4" fmla="*/ 43 w 127"/>
                <a:gd name="T5" fmla="*/ 78 h 122"/>
                <a:gd name="T6" fmla="*/ 83 w 127"/>
                <a:gd name="T7" fmla="*/ 78 h 122"/>
                <a:gd name="T8" fmla="*/ 63 w 127"/>
                <a:gd name="T9" fmla="*/ 22 h 122"/>
                <a:gd name="T10" fmla="*/ 98 w 127"/>
                <a:gd name="T11" fmla="*/ 122 h 122"/>
                <a:gd name="T12" fmla="*/ 98 w 127"/>
                <a:gd name="T13" fmla="*/ 122 h 122"/>
                <a:gd name="T14" fmla="*/ 91 w 127"/>
                <a:gd name="T15" fmla="*/ 101 h 122"/>
                <a:gd name="T16" fmla="*/ 36 w 127"/>
                <a:gd name="T17" fmla="*/ 101 h 122"/>
                <a:gd name="T18" fmla="*/ 29 w 127"/>
                <a:gd name="T19" fmla="*/ 122 h 122"/>
                <a:gd name="T20" fmla="*/ 0 w 127"/>
                <a:gd name="T21" fmla="*/ 122 h 122"/>
                <a:gd name="T22" fmla="*/ 47 w 127"/>
                <a:gd name="T23" fmla="*/ 0 h 122"/>
                <a:gd name="T24" fmla="*/ 80 w 127"/>
                <a:gd name="T25" fmla="*/ 0 h 122"/>
                <a:gd name="T26" fmla="*/ 127 w 127"/>
                <a:gd name="T27" fmla="*/ 122 h 122"/>
                <a:gd name="T28" fmla="*/ 98 w 127"/>
                <a:gd name="T2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122">
                  <a:moveTo>
                    <a:pt x="63" y="22"/>
                  </a:moveTo>
                  <a:lnTo>
                    <a:pt x="63" y="22"/>
                  </a:lnTo>
                  <a:lnTo>
                    <a:pt x="43" y="78"/>
                  </a:lnTo>
                  <a:lnTo>
                    <a:pt x="83" y="78"/>
                  </a:lnTo>
                  <a:lnTo>
                    <a:pt x="63" y="22"/>
                  </a:lnTo>
                  <a:close/>
                  <a:moveTo>
                    <a:pt x="98" y="122"/>
                  </a:moveTo>
                  <a:lnTo>
                    <a:pt x="98" y="122"/>
                  </a:lnTo>
                  <a:lnTo>
                    <a:pt x="91" y="101"/>
                  </a:lnTo>
                  <a:lnTo>
                    <a:pt x="36" y="101"/>
                  </a:lnTo>
                  <a:lnTo>
                    <a:pt x="29" y="122"/>
                  </a:lnTo>
                  <a:lnTo>
                    <a:pt x="0" y="122"/>
                  </a:lnTo>
                  <a:lnTo>
                    <a:pt x="47" y="0"/>
                  </a:lnTo>
                  <a:lnTo>
                    <a:pt x="80" y="0"/>
                  </a:lnTo>
                  <a:lnTo>
                    <a:pt x="127" y="122"/>
                  </a:lnTo>
                  <a:lnTo>
                    <a:pt x="98" y="1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889" y="3498289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889" y="5975350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2" name="Subtitle 2">
            <a:extLst>
              <a:ext uri="{FF2B5EF4-FFF2-40B4-BE49-F238E27FC236}">
                <a16:creationId xmlns:a16="http://schemas.microsoft.com/office/drawing/2014/main" id="{821ED346-B00B-4F7F-B0AE-0C2DD41FE6E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750889" y="5051098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8125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lack slide with decora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81751"/>
            <a:ext cx="4114800" cy="21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/>
              <a:t>ООО "АксТим Тех" 2023</a:t>
            </a:r>
            <a:endParaRPr lang="ru-RU" dirty="0"/>
          </a:p>
        </p:txBody>
      </p:sp>
      <p:cxnSp>
        <p:nvCxnSpPr>
          <p:cNvPr id="19" name="Прямая соединительная линия 17">
            <a:extLst>
              <a:ext uri="{FF2B5EF4-FFF2-40B4-BE49-F238E27FC236}">
                <a16:creationId xmlns:a16="http://schemas.microsoft.com/office/drawing/2014/main" id="{2609D690-D074-4496-BA8A-FE5AC1A0869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5437" y="944563"/>
            <a:ext cx="11653038" cy="862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613185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1608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86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7423">
          <p15:clr>
            <a:srgbClr val="FBAE40"/>
          </p15:clr>
        </p15:guide>
        <p15:guide id="9" pos="25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356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0"/>
            <a:ext cx="12192000" cy="9445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613185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27577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86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57">
          <p15:clr>
            <a:srgbClr val="FBAE40"/>
          </p15:clr>
        </p15:guide>
        <p15:guide id="9" pos="742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ing whi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2341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1"/>
            <a:ext cx="12192000" cy="6581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50"/>
            <a:ext cx="9708351" cy="39776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371708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27749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4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57">
          <p15:clr>
            <a:srgbClr val="FBAE40"/>
          </p15:clr>
        </p15:guide>
        <p15:guide id="9" pos="742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ысоконагруженный слайд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96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2"/>
            <a:ext cx="12192000" cy="836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49"/>
            <a:ext cx="9708351" cy="57226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8073434C-D7A8-4097-80D0-F22F47BF5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876547" y="546479"/>
            <a:ext cx="972108" cy="221728"/>
            <a:chOff x="6588" y="108"/>
            <a:chExt cx="890" cy="203"/>
          </a:xfrm>
        </p:grpSpPr>
        <p:sp>
          <p:nvSpPr>
            <p:cNvPr id="21" name="AutoShape 25">
              <a:extLst>
                <a:ext uri="{FF2B5EF4-FFF2-40B4-BE49-F238E27FC236}">
                  <a16:creationId xmlns:a16="http://schemas.microsoft.com/office/drawing/2014/main" id="{4B80C87E-B342-43F0-B517-0BD1900ECC3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37DBAA9C-D6DB-40E8-8B59-622F6FC80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E0688BEB-610E-4519-8FFE-3C535F91F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2656A47E-3460-4363-B0D7-1330FE95FC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16D50BAA-E77D-4CF5-BABC-74657C096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6DF3E498-4CA3-41AF-8CB6-0B292F732B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59D0D000-61B8-4212-9451-87A98282DE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DE0B32DC-8CD5-462F-AC4A-8494BE654D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66F5F3D4-2B4C-466A-B1AC-33DFFA370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5584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27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18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57">
          <p15:clr>
            <a:srgbClr val="FBAE40"/>
          </p15:clr>
        </p15:guide>
        <p15:guide id="9" pos="7423">
          <p15:clr>
            <a:srgbClr val="FBAE40"/>
          </p15:clr>
        </p15:guide>
        <p15:guide id="10" pos="2048">
          <p15:clr>
            <a:srgbClr val="FBAE40"/>
          </p15:clr>
        </p15:guide>
        <p15:guide id="11" pos="563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ing white slide without decora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6057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451DE33-DF1F-4752-A79F-C3D598B0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50"/>
            <a:ext cx="9708351" cy="39776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2BB69E-3A81-41DB-9D84-AF9A1C590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07702CC1-54A4-4EE8-A55D-455C67EC6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36517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14">
          <p15:clr>
            <a:srgbClr val="FBAE40"/>
          </p15:clr>
        </p15:guide>
        <p15:guide id="3" orient="horz" pos="3906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527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79">
          <p15:clr>
            <a:srgbClr val="FBAE40"/>
          </p15:clr>
        </p15:guide>
        <p15:guide id="9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for navigation butt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1"/>
            <a:ext cx="4114800" cy="198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cxnSp>
        <p:nvCxnSpPr>
          <p:cNvPr id="15" name="Прямая соединительная линия 17">
            <a:extLst>
              <a:ext uri="{FF2B5EF4-FFF2-40B4-BE49-F238E27FC236}">
                <a16:creationId xmlns:a16="http://schemas.microsoft.com/office/drawing/2014/main" id="{FF4810CA-C545-4D55-9B3B-B6E2947A77E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5437" y="944563"/>
            <a:ext cx="11653038" cy="862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9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1"/>
            <a:ext cx="4114800" cy="198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1558688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0C369B-77C2-40B6-ADE1-1AB1EFC749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84531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0">
              <a:srgbClr val="000000"/>
            </a:gs>
            <a:gs pos="91000">
              <a:srgbClr val="0F001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AE640D2C-2F1D-437E-A88E-6A17CAAD1EFA}"/>
              </a:ext>
            </a:extLst>
          </p:cNvPr>
          <p:cNvSpPr/>
          <p:nvPr userDrawn="1"/>
        </p:nvSpPr>
        <p:spPr>
          <a:xfrm>
            <a:off x="6654450" y="-1467858"/>
            <a:ext cx="6579675" cy="8877870"/>
          </a:xfrm>
          <a:custGeom>
            <a:avLst/>
            <a:gdLst>
              <a:gd name="connsiteX0" fmla="*/ 6577995 w 6579675"/>
              <a:gd name="connsiteY0" fmla="*/ 5613554 h 8877870"/>
              <a:gd name="connsiteX1" fmla="*/ 6525766 w 6579675"/>
              <a:gd name="connsiteY1" fmla="*/ 6607840 h 8877870"/>
              <a:gd name="connsiteX2" fmla="*/ 4004640 w 6579675"/>
              <a:gd name="connsiteY2" fmla="*/ 8877869 h 8877870"/>
              <a:gd name="connsiteX3" fmla="*/ 2953048 w 6579675"/>
              <a:gd name="connsiteY3" fmla="*/ 8877869 h 8877870"/>
              <a:gd name="connsiteX4" fmla="*/ 6577994 w 6579675"/>
              <a:gd name="connsiteY4" fmla="*/ 0 h 8877870"/>
              <a:gd name="connsiteX5" fmla="*/ 6577994 w 6579675"/>
              <a:gd name="connsiteY5" fmla="*/ 947099 h 8877870"/>
              <a:gd name="connsiteX6" fmla="*/ 1269465 w 6579675"/>
              <a:gd name="connsiteY6" fmla="*/ 5724773 h 8877870"/>
              <a:gd name="connsiteX7" fmla="*/ 753789 w 6579675"/>
              <a:gd name="connsiteY7" fmla="*/ 6582558 h 8877870"/>
              <a:gd name="connsiteX8" fmla="*/ 797597 w 6579675"/>
              <a:gd name="connsiteY8" fmla="*/ 7560000 h 8877870"/>
              <a:gd name="connsiteX9" fmla="*/ 935796 w 6579675"/>
              <a:gd name="connsiteY9" fmla="*/ 7859983 h 8877870"/>
              <a:gd name="connsiteX10" fmla="*/ 6579675 w 6579675"/>
              <a:gd name="connsiteY10" fmla="*/ 2780645 h 8877870"/>
              <a:gd name="connsiteX11" fmla="*/ 6579675 w 6579675"/>
              <a:gd name="connsiteY11" fmla="*/ 3726081 h 8877870"/>
              <a:gd name="connsiteX12" fmla="*/ 858266 w 6579675"/>
              <a:gd name="connsiteY12" fmla="*/ 8877870 h 8877870"/>
              <a:gd name="connsiteX13" fmla="*/ 622331 w 6579675"/>
              <a:gd name="connsiteY13" fmla="*/ 8616653 h 8877870"/>
              <a:gd name="connsiteX14" fmla="*/ 24083 w 6579675"/>
              <a:gd name="connsiteY14" fmla="*/ 7335867 h 8877870"/>
              <a:gd name="connsiteX15" fmla="*/ 227993 w 6579675"/>
              <a:gd name="connsiteY15" fmla="*/ 5974189 h 8877870"/>
              <a:gd name="connsiteX16" fmla="*/ 800976 w 6579675"/>
              <a:gd name="connsiteY16" fmla="*/ 5202356 h 887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9675" h="8877870">
                <a:moveTo>
                  <a:pt x="6577995" y="5613554"/>
                </a:moveTo>
                <a:lnTo>
                  <a:pt x="6525766" y="6607840"/>
                </a:lnTo>
                <a:lnTo>
                  <a:pt x="4004640" y="8877869"/>
                </a:lnTo>
                <a:lnTo>
                  <a:pt x="2953048" y="8877869"/>
                </a:lnTo>
                <a:close/>
                <a:moveTo>
                  <a:pt x="6577994" y="0"/>
                </a:moveTo>
                <a:lnTo>
                  <a:pt x="6577994" y="947099"/>
                </a:lnTo>
                <a:lnTo>
                  <a:pt x="1269465" y="5724773"/>
                </a:lnTo>
                <a:cubicBezTo>
                  <a:pt x="1004886" y="5962388"/>
                  <a:pt x="833000" y="6262370"/>
                  <a:pt x="753789" y="6582558"/>
                </a:cubicBezTo>
                <a:cubicBezTo>
                  <a:pt x="674578" y="6904444"/>
                  <a:pt x="688060" y="7244873"/>
                  <a:pt x="797597" y="7560000"/>
                </a:cubicBezTo>
                <a:cubicBezTo>
                  <a:pt x="833000" y="7662813"/>
                  <a:pt x="880187" y="7763928"/>
                  <a:pt x="935796" y="7859983"/>
                </a:cubicBezTo>
                <a:lnTo>
                  <a:pt x="6579675" y="2780645"/>
                </a:lnTo>
                <a:lnTo>
                  <a:pt x="6579675" y="3726081"/>
                </a:lnTo>
                <a:lnTo>
                  <a:pt x="858266" y="8877870"/>
                </a:lnTo>
                <a:lnTo>
                  <a:pt x="622331" y="8616653"/>
                </a:lnTo>
                <a:cubicBezTo>
                  <a:pt x="286981" y="8245899"/>
                  <a:pt x="88113" y="7795935"/>
                  <a:pt x="24083" y="7335867"/>
                </a:cubicBezTo>
                <a:cubicBezTo>
                  <a:pt x="-41646" y="6875800"/>
                  <a:pt x="27445" y="6402250"/>
                  <a:pt x="227993" y="5974189"/>
                </a:cubicBezTo>
                <a:cubicBezTo>
                  <a:pt x="361132" y="5689387"/>
                  <a:pt x="553241" y="5424808"/>
                  <a:pt x="800976" y="5202356"/>
                </a:cubicBezTo>
                <a:close/>
              </a:path>
            </a:pathLst>
          </a:custGeom>
          <a:gradFill flip="none" rotWithShape="1">
            <a:gsLst>
              <a:gs pos="6000">
                <a:srgbClr val="6C00A2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  <a:tileRect/>
          </a:gradFill>
          <a:ln w="9525" cap="rnd">
            <a:noFill/>
            <a:prstDash val="solid"/>
            <a:round/>
          </a:ln>
          <a:effectLst>
            <a:glow rad="25400">
              <a:schemeClr val="bg2">
                <a:alpha val="7000"/>
              </a:schemeClr>
            </a:glow>
            <a:innerShdw blurRad="635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ru-RU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reflection stA="0" endPos="65000" dist="50800" dir="5400000" sy="-100000" algn="bl" rotWithShape="0"/>
              </a:effectLst>
            </a:endParaRP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06DA3AA-7E3C-4241-B05D-60CB910C55A8}"/>
              </a:ext>
            </a:extLst>
          </p:cNvPr>
          <p:cNvSpPr/>
          <p:nvPr userDrawn="1"/>
        </p:nvSpPr>
        <p:spPr>
          <a:xfrm>
            <a:off x="6786401" y="-1412562"/>
            <a:ext cx="6579675" cy="8877870"/>
          </a:xfrm>
          <a:custGeom>
            <a:avLst/>
            <a:gdLst>
              <a:gd name="connsiteX0" fmla="*/ 6577995 w 6579675"/>
              <a:gd name="connsiteY0" fmla="*/ 5613554 h 8877870"/>
              <a:gd name="connsiteX1" fmla="*/ 6525766 w 6579675"/>
              <a:gd name="connsiteY1" fmla="*/ 6607840 h 8877870"/>
              <a:gd name="connsiteX2" fmla="*/ 4004640 w 6579675"/>
              <a:gd name="connsiteY2" fmla="*/ 8877869 h 8877870"/>
              <a:gd name="connsiteX3" fmla="*/ 2953048 w 6579675"/>
              <a:gd name="connsiteY3" fmla="*/ 8877869 h 8877870"/>
              <a:gd name="connsiteX4" fmla="*/ 6577994 w 6579675"/>
              <a:gd name="connsiteY4" fmla="*/ 0 h 8877870"/>
              <a:gd name="connsiteX5" fmla="*/ 6577994 w 6579675"/>
              <a:gd name="connsiteY5" fmla="*/ 947099 h 8877870"/>
              <a:gd name="connsiteX6" fmla="*/ 1269465 w 6579675"/>
              <a:gd name="connsiteY6" fmla="*/ 5724773 h 8877870"/>
              <a:gd name="connsiteX7" fmla="*/ 753789 w 6579675"/>
              <a:gd name="connsiteY7" fmla="*/ 6582558 h 8877870"/>
              <a:gd name="connsiteX8" fmla="*/ 797597 w 6579675"/>
              <a:gd name="connsiteY8" fmla="*/ 7560000 h 8877870"/>
              <a:gd name="connsiteX9" fmla="*/ 935796 w 6579675"/>
              <a:gd name="connsiteY9" fmla="*/ 7859983 h 8877870"/>
              <a:gd name="connsiteX10" fmla="*/ 6579675 w 6579675"/>
              <a:gd name="connsiteY10" fmla="*/ 2780645 h 8877870"/>
              <a:gd name="connsiteX11" fmla="*/ 6579675 w 6579675"/>
              <a:gd name="connsiteY11" fmla="*/ 3726081 h 8877870"/>
              <a:gd name="connsiteX12" fmla="*/ 858266 w 6579675"/>
              <a:gd name="connsiteY12" fmla="*/ 8877870 h 8877870"/>
              <a:gd name="connsiteX13" fmla="*/ 622331 w 6579675"/>
              <a:gd name="connsiteY13" fmla="*/ 8616653 h 8877870"/>
              <a:gd name="connsiteX14" fmla="*/ 24083 w 6579675"/>
              <a:gd name="connsiteY14" fmla="*/ 7335867 h 8877870"/>
              <a:gd name="connsiteX15" fmla="*/ 227993 w 6579675"/>
              <a:gd name="connsiteY15" fmla="*/ 5974189 h 8877870"/>
              <a:gd name="connsiteX16" fmla="*/ 800976 w 6579675"/>
              <a:gd name="connsiteY16" fmla="*/ 5202356 h 887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9675" h="8877870">
                <a:moveTo>
                  <a:pt x="6577995" y="5613554"/>
                </a:moveTo>
                <a:lnTo>
                  <a:pt x="6525766" y="6607840"/>
                </a:lnTo>
                <a:lnTo>
                  <a:pt x="4004640" y="8877869"/>
                </a:lnTo>
                <a:lnTo>
                  <a:pt x="2953048" y="8877869"/>
                </a:lnTo>
                <a:close/>
                <a:moveTo>
                  <a:pt x="6577994" y="0"/>
                </a:moveTo>
                <a:lnTo>
                  <a:pt x="6577994" y="947099"/>
                </a:lnTo>
                <a:lnTo>
                  <a:pt x="1269465" y="5724773"/>
                </a:lnTo>
                <a:cubicBezTo>
                  <a:pt x="1004886" y="5962388"/>
                  <a:pt x="833000" y="6262370"/>
                  <a:pt x="753789" y="6582558"/>
                </a:cubicBezTo>
                <a:cubicBezTo>
                  <a:pt x="674578" y="6904444"/>
                  <a:pt x="688060" y="7244873"/>
                  <a:pt x="797597" y="7560000"/>
                </a:cubicBezTo>
                <a:cubicBezTo>
                  <a:pt x="833000" y="7662813"/>
                  <a:pt x="880187" y="7763928"/>
                  <a:pt x="935796" y="7859983"/>
                </a:cubicBezTo>
                <a:lnTo>
                  <a:pt x="6579675" y="2780645"/>
                </a:lnTo>
                <a:lnTo>
                  <a:pt x="6579675" y="3726081"/>
                </a:lnTo>
                <a:lnTo>
                  <a:pt x="858266" y="8877870"/>
                </a:lnTo>
                <a:lnTo>
                  <a:pt x="622331" y="8616653"/>
                </a:lnTo>
                <a:cubicBezTo>
                  <a:pt x="286981" y="8245899"/>
                  <a:pt x="88113" y="7795935"/>
                  <a:pt x="24083" y="7335867"/>
                </a:cubicBezTo>
                <a:cubicBezTo>
                  <a:pt x="-41646" y="6875800"/>
                  <a:pt x="27445" y="6402250"/>
                  <a:pt x="227993" y="5974189"/>
                </a:cubicBezTo>
                <a:cubicBezTo>
                  <a:pt x="361132" y="5689387"/>
                  <a:pt x="553241" y="5424808"/>
                  <a:pt x="800976" y="5202356"/>
                </a:cubicBezTo>
                <a:close/>
              </a:path>
            </a:pathLst>
          </a:custGeom>
          <a:noFill/>
          <a:ln w="9525" cap="rnd">
            <a:solidFill>
              <a:schemeClr val="bg1">
                <a:alpha val="43000"/>
              </a:schemeClr>
            </a:solidFill>
            <a:prstDash val="sysDot"/>
            <a:round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ru-RU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reflection stA="0" endPos="65000" dist="50800" dir="5400000" sy="-100000" algn="bl" rotWithShape="0"/>
              </a:effectLst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648484-806B-40EF-AD10-4894C3DB0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93595"/>
            <a:ext cx="10515600" cy="1325563"/>
          </a:xfrm>
          <a:prstGeom prst="rect">
            <a:avLst/>
          </a:prstGeom>
        </p:spPr>
        <p:txBody>
          <a:bodyPr lIns="0" anchor="b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85F67F-95EF-4EDE-933D-32E08FD943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5938" y="3235605"/>
            <a:ext cx="7500992" cy="69564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41F1C28-098A-436F-A9BE-649DEAE9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938" y="4047694"/>
            <a:ext cx="4279900" cy="365125"/>
          </a:xfrm>
          <a:prstGeom prst="rect">
            <a:avLst/>
          </a:prstGeom>
        </p:spPr>
        <p:txBody>
          <a:bodyPr lIns="0"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59200424-72E5-4E3F-AC5F-78EEB38FB9B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15938" y="5753101"/>
            <a:ext cx="2255028" cy="514350"/>
            <a:chOff x="6588" y="108"/>
            <a:chExt cx="890" cy="203"/>
          </a:xfrm>
        </p:grpSpPr>
        <p:sp>
          <p:nvSpPr>
            <p:cNvPr id="8" name="AutoShape 25">
              <a:extLst>
                <a:ext uri="{FF2B5EF4-FFF2-40B4-BE49-F238E27FC236}">
                  <a16:creationId xmlns:a16="http://schemas.microsoft.com/office/drawing/2014/main" id="{DCEE7FD7-DCEE-413C-AC93-26CC5AF443E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925386BE-4D3E-49EC-B5ED-03BE5FE5CB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5878FBF5-A1DC-42A0-A704-117B66142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9EC1F120-96A3-4181-9C28-2A9695B0CE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AA4BD921-7E6A-4D05-9D62-9010E5DE7E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9FEF56E3-619A-40A0-B6AE-B19A0ED272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0AD7A21-C897-438E-BFDD-31204BC561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89949548-2932-422C-BF69-0882F2C58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B3316DBC-318D-4A65-9AA3-776ECC64E8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92657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1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8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C968816-19C5-440F-A123-673B4144A1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58390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16" imgH="416" progId="TCLayout.ActiveDocument.1">
                  <p:embed/>
                </p:oleObj>
              </mc:Choice>
              <mc:Fallback>
                <p:oleObj name="Слайд think-cell" r:id="rId14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968816-19C5-440F-A123-673B4144A1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Дата 3">
            <a:extLst>
              <a:ext uri="{FF2B5EF4-FFF2-40B4-BE49-F238E27FC236}">
                <a16:creationId xmlns:a16="http://schemas.microsoft.com/office/drawing/2014/main" id="{92B434D0-8D50-4A5A-AE7B-C837FAD64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1E4BC5A5-440A-4847-B864-B1C8B3675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778F103C-332E-42CB-B710-7B72874E3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4901D-4BDB-4826-A6B8-DE81050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09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796" r:id="rId2"/>
    <p:sldLayoutId id="2147483880" r:id="rId3"/>
    <p:sldLayoutId id="2147483975" r:id="rId4"/>
    <p:sldLayoutId id="2147483976" r:id="rId5"/>
    <p:sldLayoutId id="2147484023" r:id="rId6"/>
    <p:sldLayoutId id="2147484011" r:id="rId7"/>
    <p:sldLayoutId id="2147483882" r:id="rId8"/>
    <p:sldLayoutId id="2147483883" r:id="rId9"/>
    <p:sldLayoutId id="2147483957" r:id="rId10"/>
    <p:sldLayoutId id="214748403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5" pos="166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C968816-19C5-440F-A123-673B4144A1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58390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16" imgH="416" progId="TCLayout.ActiveDocument.1">
                  <p:embed/>
                </p:oleObj>
              </mc:Choice>
              <mc:Fallback>
                <p:oleObj name="Слайд think-cell" r:id="rId14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968816-19C5-440F-A123-673B4144A1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Дата 3">
            <a:extLst>
              <a:ext uri="{FF2B5EF4-FFF2-40B4-BE49-F238E27FC236}">
                <a16:creationId xmlns:a16="http://schemas.microsoft.com/office/drawing/2014/main" id="{92B434D0-8D50-4A5A-AE7B-C837FAD64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1E4BC5A5-440A-4847-B864-B1C8B3675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778F103C-332E-42CB-B710-7B72874E3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4901D-4BDB-4826-A6B8-DE81050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79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5" pos="166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3589368-5F23-4D70-8179-0907C89F2861}"/>
              </a:ext>
            </a:extLst>
          </p:cNvPr>
          <p:cNvSpPr txBox="1">
            <a:spLocks/>
          </p:cNvSpPr>
          <p:nvPr/>
        </p:nvSpPr>
        <p:spPr>
          <a:xfrm>
            <a:off x="493938" y="1988402"/>
            <a:ext cx="10761666" cy="1440598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E2E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126637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9D7081A-9BF0-4468-A7FB-770A2C7C83B9}"/>
              </a:ext>
            </a:extLst>
          </p:cNvPr>
          <p:cNvSpPr/>
          <p:nvPr/>
        </p:nvSpPr>
        <p:spPr>
          <a:xfrm>
            <a:off x="3019143" y="2051834"/>
            <a:ext cx="1657663" cy="52328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Обогащение прогноза клиентскими заказами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64C8343-2D81-4D1B-883F-03246790EDCA}"/>
              </a:ext>
            </a:extLst>
          </p:cNvPr>
          <p:cNvSpPr/>
          <p:nvPr/>
        </p:nvSpPr>
        <p:spPr>
          <a:xfrm>
            <a:off x="131532" y="3991503"/>
            <a:ext cx="1619466" cy="5851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Расчёт неограниченной потребности в пополнении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1E61B76-94B6-4144-89B6-A126D33CEB7D}"/>
              </a:ext>
            </a:extLst>
          </p:cNvPr>
          <p:cNvSpPr/>
          <p:nvPr/>
        </p:nvSpPr>
        <p:spPr>
          <a:xfrm>
            <a:off x="1857669" y="3991503"/>
            <a:ext cx="1594459" cy="5779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Расчёт объемных планов с учетом ограничений 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C905DAC-90E6-4803-82CC-7A2CF7778F9B}"/>
              </a:ext>
            </a:extLst>
          </p:cNvPr>
          <p:cNvSpPr/>
          <p:nvPr/>
        </p:nvSpPr>
        <p:spPr>
          <a:xfrm>
            <a:off x="1180757" y="2051834"/>
            <a:ext cx="1657663" cy="52328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Преобразование прогноза к требуемой гранулярности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B9DE4B7-8698-4C98-B164-ED1868B55EC2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>
            <a:off x="2838420" y="2313477"/>
            <a:ext cx="180723" cy="0"/>
          </a:xfrm>
          <a:prstGeom prst="straightConnector1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86329D-81A6-4007-B214-87C75E9212DC}"/>
              </a:ext>
            </a:extLst>
          </p:cNvPr>
          <p:cNvSpPr txBox="1"/>
          <p:nvPr/>
        </p:nvSpPr>
        <p:spPr>
          <a:xfrm>
            <a:off x="1716997" y="1628890"/>
            <a:ext cx="26042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effectLst/>
                <a:latin typeface="Arial" panose="020B0604020202020204" pitchFamily="34" charset="0"/>
              </a:rPr>
              <a:t>Обогащение прогноза заказами</a:t>
            </a:r>
            <a:endParaRPr lang="ru-RU" sz="11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93D0BCA-3835-4CB5-B96E-28C7AC579603}"/>
              </a:ext>
            </a:extLst>
          </p:cNvPr>
          <p:cNvSpPr/>
          <p:nvPr/>
        </p:nvSpPr>
        <p:spPr>
          <a:xfrm>
            <a:off x="1012878" y="1944563"/>
            <a:ext cx="3782642" cy="76840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100992-3209-4AA0-B957-AC6EC1571E86}"/>
              </a:ext>
            </a:extLst>
          </p:cNvPr>
          <p:cNvSpPr txBox="1"/>
          <p:nvPr/>
        </p:nvSpPr>
        <p:spPr>
          <a:xfrm>
            <a:off x="1154417" y="3695732"/>
            <a:ext cx="2299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effectLst/>
                <a:latin typeface="Arial" panose="020B0604020202020204" pitchFamily="34" charset="0"/>
              </a:rPr>
              <a:t>Расчет объемных планов</a:t>
            </a:r>
            <a:endParaRPr lang="ru-RU" sz="110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FC8524C-2158-4D9B-ACCB-53080288B161}"/>
              </a:ext>
            </a:extLst>
          </p:cNvPr>
          <p:cNvSpPr/>
          <p:nvPr/>
        </p:nvSpPr>
        <p:spPr>
          <a:xfrm>
            <a:off x="91968" y="3899366"/>
            <a:ext cx="3411739" cy="767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934EB4A9-5A28-4897-B527-D61976FE9FA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H="1">
            <a:off x="131532" y="2313477"/>
            <a:ext cx="4545274" cy="1970582"/>
          </a:xfrm>
          <a:prstGeom prst="bentConnector5">
            <a:avLst>
              <a:gd name="adj1" fmla="val -5029"/>
              <a:gd name="adj2" fmla="val 49216"/>
              <a:gd name="adj3" fmla="val 102465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B7935531-19BD-4CE9-976A-B7F5E620EEF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641392" y="1774112"/>
            <a:ext cx="747752" cy="330978"/>
          </a:xfrm>
          <a:prstGeom prst="bentConnector2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BC97F9A-8B4B-4DE5-A0FE-2F5DD687264C}"/>
              </a:ext>
            </a:extLst>
          </p:cNvPr>
          <p:cNvSpPr/>
          <p:nvPr/>
        </p:nvSpPr>
        <p:spPr>
          <a:xfrm>
            <a:off x="10468620" y="3966595"/>
            <a:ext cx="1535195" cy="55313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TLB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2105A1-B070-49E5-8689-24EAF64FC785}"/>
              </a:ext>
            </a:extLst>
          </p:cNvPr>
          <p:cNvSpPr txBox="1"/>
          <p:nvPr/>
        </p:nvSpPr>
        <p:spPr>
          <a:xfrm>
            <a:off x="8728728" y="4666970"/>
            <a:ext cx="1373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800" dirty="0"/>
              <a:t>План пополнения по дням</a:t>
            </a:r>
            <a:endParaRPr lang="ru-RU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8FEF52-8BAC-4D68-8A71-78AF42481188}"/>
              </a:ext>
            </a:extLst>
          </p:cNvPr>
          <p:cNvSpPr txBox="1"/>
          <p:nvPr/>
        </p:nvSpPr>
        <p:spPr>
          <a:xfrm>
            <a:off x="10468620" y="4666970"/>
            <a:ext cx="16703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Схема загрузки транспортных средств</a:t>
            </a:r>
            <a:endParaRPr lang="ru-RU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D6A91C-766C-4182-93FC-3977F4F980E8}"/>
              </a:ext>
            </a:extLst>
          </p:cNvPr>
          <p:cNvSpPr txBox="1"/>
          <p:nvPr/>
        </p:nvSpPr>
        <p:spPr>
          <a:xfrm>
            <a:off x="3729861" y="3695732"/>
            <a:ext cx="46504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effectLst/>
                <a:latin typeface="Arial" panose="020B0604020202020204" pitchFamily="34" charset="0"/>
              </a:rPr>
              <a:t>Анализ и корректировка результатов /Сценарное планирование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EF065273-756A-424D-8DE2-FC61D52F46B0}"/>
              </a:ext>
            </a:extLst>
          </p:cNvPr>
          <p:cNvSpPr/>
          <p:nvPr/>
        </p:nvSpPr>
        <p:spPr>
          <a:xfrm>
            <a:off x="3563608" y="4001571"/>
            <a:ext cx="1594459" cy="5678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Работа с предупреждениями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B4D8361-2FDC-4548-BA81-10CB53ECFFED}"/>
              </a:ext>
            </a:extLst>
          </p:cNvPr>
          <p:cNvSpPr/>
          <p:nvPr/>
        </p:nvSpPr>
        <p:spPr>
          <a:xfrm>
            <a:off x="5295494" y="3998459"/>
            <a:ext cx="1568512" cy="56502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bg1"/>
              </a:solidFill>
            </a:endParaRPr>
          </a:p>
          <a:p>
            <a:pPr algn="ctr"/>
            <a:r>
              <a:rPr lang="ru-RU" sz="1000" dirty="0">
                <a:solidFill>
                  <a:schemeClr val="bg1"/>
                </a:solidFill>
              </a:rPr>
              <a:t>Внесение корректировок</a:t>
            </a:r>
          </a:p>
          <a:p>
            <a:pPr algn="ctr"/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CFD7563-CAFB-4CB5-8222-B226664536C1}"/>
              </a:ext>
            </a:extLst>
          </p:cNvPr>
          <p:cNvSpPr/>
          <p:nvPr/>
        </p:nvSpPr>
        <p:spPr>
          <a:xfrm>
            <a:off x="7001432" y="4001923"/>
            <a:ext cx="1594459" cy="56502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Публикация планов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934C9A60-8B01-442B-8F7C-A12576E9E949}"/>
              </a:ext>
            </a:extLst>
          </p:cNvPr>
          <p:cNvSpPr/>
          <p:nvPr/>
        </p:nvSpPr>
        <p:spPr>
          <a:xfrm>
            <a:off x="275436" y="932768"/>
            <a:ext cx="1500569" cy="728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Неограниченного Плана Спроса из  модуля </a:t>
            </a:r>
            <a:r>
              <a:rPr lang="en-US" sz="1000" dirty="0">
                <a:solidFill>
                  <a:schemeClr val="bg1"/>
                </a:solidFill>
              </a:rPr>
              <a:t>DP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65DDC76-E1BA-424D-9B1C-6A3CFB8148F0}"/>
              </a:ext>
            </a:extLst>
          </p:cNvPr>
          <p:cNvSpPr/>
          <p:nvPr/>
        </p:nvSpPr>
        <p:spPr>
          <a:xfrm>
            <a:off x="7122825" y="5686521"/>
            <a:ext cx="1430038" cy="6170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плана производства в модуль </a:t>
            </a:r>
            <a:r>
              <a:rPr lang="en-US" sz="1000" dirty="0">
                <a:solidFill>
                  <a:schemeClr val="bg1"/>
                </a:solidFill>
              </a:rPr>
              <a:t>PS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E8E1E6F9-D0E6-4A63-942E-34EED55A4CD6}"/>
              </a:ext>
            </a:extLst>
          </p:cNvPr>
          <p:cNvSpPr/>
          <p:nvPr/>
        </p:nvSpPr>
        <p:spPr>
          <a:xfrm>
            <a:off x="8751752" y="5681048"/>
            <a:ext cx="1673580" cy="6170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графика производства из модуль </a:t>
            </a:r>
            <a:r>
              <a:rPr lang="en-US" sz="1000" dirty="0">
                <a:solidFill>
                  <a:schemeClr val="bg1"/>
                </a:solidFill>
              </a:rPr>
              <a:t>PS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8674E2A8-91BA-4243-BFE3-C04E8932CA03}"/>
              </a:ext>
            </a:extLst>
          </p:cNvPr>
          <p:cNvSpPr/>
          <p:nvPr/>
        </p:nvSpPr>
        <p:spPr>
          <a:xfrm>
            <a:off x="7122825" y="2172681"/>
            <a:ext cx="1430033" cy="65359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ограниченного прогноза в модуль </a:t>
            </a:r>
            <a:r>
              <a:rPr lang="en-US" sz="1000" dirty="0">
                <a:solidFill>
                  <a:schemeClr val="bg1"/>
                </a:solidFill>
              </a:rPr>
              <a:t>DP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2032ACE7-8F8A-4A74-8321-954490B6F46A}"/>
              </a:ext>
            </a:extLst>
          </p:cNvPr>
          <p:cNvSpPr/>
          <p:nvPr/>
        </p:nvSpPr>
        <p:spPr>
          <a:xfrm>
            <a:off x="173911" y="5704984"/>
            <a:ext cx="1524752" cy="6170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уровней запасов из  модуля </a:t>
            </a:r>
            <a:r>
              <a:rPr lang="en-US" sz="1000" dirty="0">
                <a:solidFill>
                  <a:schemeClr val="bg1"/>
                </a:solidFill>
              </a:rPr>
              <a:t>IO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5DDB4C30-9B90-495A-9563-703C8159310A}"/>
              </a:ext>
            </a:extLst>
          </p:cNvPr>
          <p:cNvSpPr/>
          <p:nvPr/>
        </p:nvSpPr>
        <p:spPr>
          <a:xfrm>
            <a:off x="224208" y="2958634"/>
            <a:ext cx="1552972" cy="32006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ERP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55" name="Заголовок 2">
            <a:extLst>
              <a:ext uri="{FF2B5EF4-FFF2-40B4-BE49-F238E27FC236}">
                <a16:creationId xmlns:a16="http://schemas.microsoft.com/office/drawing/2014/main" id="{48DBC3C0-919F-43E8-A94C-5E9AD9EF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Е2Е процесс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FB9312E-1578-45AF-9D3F-73EDA84822E3}"/>
              </a:ext>
            </a:extLst>
          </p:cNvPr>
          <p:cNvSpPr/>
          <p:nvPr/>
        </p:nvSpPr>
        <p:spPr>
          <a:xfrm>
            <a:off x="8735026" y="4002375"/>
            <a:ext cx="1594459" cy="55399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Расчёт плана  пополнения (DRP/</a:t>
            </a:r>
            <a:r>
              <a:rPr lang="ru-RU" sz="1000" dirty="0" err="1">
                <a:solidFill>
                  <a:schemeClr val="bg1"/>
                </a:solidFill>
              </a:rPr>
              <a:t>Deployment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1" name="Прямоугольник: скругленные углы 100">
            <a:extLst>
              <a:ext uri="{FF2B5EF4-FFF2-40B4-BE49-F238E27FC236}">
                <a16:creationId xmlns:a16="http://schemas.microsoft.com/office/drawing/2014/main" id="{05B6FB20-DC53-476A-B954-A2BDEDFB87AE}"/>
              </a:ext>
            </a:extLst>
          </p:cNvPr>
          <p:cNvSpPr/>
          <p:nvPr/>
        </p:nvSpPr>
        <p:spPr>
          <a:xfrm>
            <a:off x="3525973" y="3899366"/>
            <a:ext cx="5129819" cy="767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2" name="Прямоугольник: скругленные углы 101">
            <a:extLst>
              <a:ext uri="{FF2B5EF4-FFF2-40B4-BE49-F238E27FC236}">
                <a16:creationId xmlns:a16="http://schemas.microsoft.com/office/drawing/2014/main" id="{23990E91-B75F-4405-A8C3-603B77864B86}"/>
              </a:ext>
            </a:extLst>
          </p:cNvPr>
          <p:cNvSpPr/>
          <p:nvPr/>
        </p:nvSpPr>
        <p:spPr>
          <a:xfrm>
            <a:off x="8693427" y="3891056"/>
            <a:ext cx="3406605" cy="767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732FA8FB-2873-4A9A-85CB-C7BAD7452696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1000694" y="3278698"/>
            <a:ext cx="12184" cy="681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6" name="Прямая со стрелкой 115">
            <a:extLst>
              <a:ext uri="{FF2B5EF4-FFF2-40B4-BE49-F238E27FC236}">
                <a16:creationId xmlns:a16="http://schemas.microsoft.com/office/drawing/2014/main" id="{EB4A30F6-1F82-4F5E-B2A2-96A8DBF961AF}"/>
              </a:ext>
            </a:extLst>
          </p:cNvPr>
          <p:cNvCxnSpPr>
            <a:stCxn id="48" idx="0"/>
            <a:endCxn id="6" idx="2"/>
          </p:cNvCxnSpPr>
          <p:nvPr/>
        </p:nvCxnSpPr>
        <p:spPr>
          <a:xfrm flipV="1">
            <a:off x="936287" y="4576615"/>
            <a:ext cx="4978" cy="11283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851FACD8-1F7F-4E1C-878E-4AEFD231E219}"/>
              </a:ext>
            </a:extLst>
          </p:cNvPr>
          <p:cNvSpPr txBox="1"/>
          <p:nvPr/>
        </p:nvSpPr>
        <p:spPr>
          <a:xfrm>
            <a:off x="3554753" y="957780"/>
            <a:ext cx="1509312" cy="584775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Открытые заказы клиентов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Отгруженные заказы клиентов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0B3E0BC-B4F9-4171-A08A-F494DFBB4C5B}"/>
              </a:ext>
            </a:extLst>
          </p:cNvPr>
          <p:cNvSpPr txBox="1"/>
          <p:nvPr/>
        </p:nvSpPr>
        <p:spPr>
          <a:xfrm>
            <a:off x="2064055" y="957780"/>
            <a:ext cx="1343851" cy="461665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Управление транзакционными данными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7758835-566B-4769-86A0-0A99C6899176}"/>
              </a:ext>
            </a:extLst>
          </p:cNvPr>
          <p:cNvSpPr txBox="1"/>
          <p:nvPr/>
        </p:nvSpPr>
        <p:spPr>
          <a:xfrm>
            <a:off x="1864872" y="5869948"/>
            <a:ext cx="2020460" cy="584775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Актуальные уровни запасов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Актуальные параметры планирования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Открытые заказы клиентов</a:t>
            </a:r>
          </a:p>
        </p:txBody>
      </p:sp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EB40B524-2186-467E-BA02-F1981D844732}"/>
              </a:ext>
            </a:extLst>
          </p:cNvPr>
          <p:cNvCxnSpPr>
            <a:stCxn id="130" idx="2"/>
          </p:cNvCxnSpPr>
          <p:nvPr/>
        </p:nvCxnSpPr>
        <p:spPr>
          <a:xfrm rot="16200000" flipH="1">
            <a:off x="2383559" y="1771867"/>
            <a:ext cx="873063" cy="1682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Соединитель: уступ 139">
            <a:extLst>
              <a:ext uri="{FF2B5EF4-FFF2-40B4-BE49-F238E27FC236}">
                <a16:creationId xmlns:a16="http://schemas.microsoft.com/office/drawing/2014/main" id="{45992513-B5ED-4321-A41F-CADFF1A473FB}"/>
              </a:ext>
            </a:extLst>
          </p:cNvPr>
          <p:cNvCxnSpPr>
            <a:cxnSpLocks/>
            <a:stCxn id="129" idx="2"/>
          </p:cNvCxnSpPr>
          <p:nvPr/>
        </p:nvCxnSpPr>
        <p:spPr>
          <a:xfrm rot="16200000" flipH="1">
            <a:off x="4220753" y="1631210"/>
            <a:ext cx="652111" cy="4747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>
            <a:extLst>
              <a:ext uri="{FF2B5EF4-FFF2-40B4-BE49-F238E27FC236}">
                <a16:creationId xmlns:a16="http://schemas.microsoft.com/office/drawing/2014/main" id="{270AF3DA-5725-4BD7-8901-AC2CAB60D414}"/>
              </a:ext>
            </a:extLst>
          </p:cNvPr>
          <p:cNvCxnSpPr>
            <a:cxnSpLocks/>
            <a:stCxn id="131" idx="1"/>
          </p:cNvCxnSpPr>
          <p:nvPr/>
        </p:nvCxnSpPr>
        <p:spPr>
          <a:xfrm flipH="1">
            <a:off x="1689488" y="6162336"/>
            <a:ext cx="175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7" name="Соединитель: уступ 146">
            <a:extLst>
              <a:ext uri="{FF2B5EF4-FFF2-40B4-BE49-F238E27FC236}">
                <a16:creationId xmlns:a16="http://schemas.microsoft.com/office/drawing/2014/main" id="{E951D20E-FFDC-4615-A7C4-B857246CC5AC}"/>
              </a:ext>
            </a:extLst>
          </p:cNvPr>
          <p:cNvCxnSpPr>
            <a:stCxn id="43" idx="2"/>
            <a:endCxn id="48" idx="2"/>
          </p:cNvCxnSpPr>
          <p:nvPr/>
        </p:nvCxnSpPr>
        <p:spPr>
          <a:xfrm rot="5400000">
            <a:off x="5250447" y="1983919"/>
            <a:ext cx="23936" cy="8652255"/>
          </a:xfrm>
          <a:prstGeom prst="bentConnector3">
            <a:avLst>
              <a:gd name="adj1" fmla="val 105504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9" name="Прямая со стрелкой 148">
            <a:extLst>
              <a:ext uri="{FF2B5EF4-FFF2-40B4-BE49-F238E27FC236}">
                <a16:creationId xmlns:a16="http://schemas.microsoft.com/office/drawing/2014/main" id="{2F942BA6-BB1A-4CCE-B106-675F66AD14B9}"/>
              </a:ext>
            </a:extLst>
          </p:cNvPr>
          <p:cNvCxnSpPr>
            <a:stCxn id="43" idx="0"/>
          </p:cNvCxnSpPr>
          <p:nvPr/>
        </p:nvCxnSpPr>
        <p:spPr>
          <a:xfrm flipV="1">
            <a:off x="9588542" y="4576615"/>
            <a:ext cx="12658" cy="1104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4CBE9D1-06E2-4185-A0BB-5AF5F148BA59}"/>
              </a:ext>
            </a:extLst>
          </p:cNvPr>
          <p:cNvSpPr txBox="1"/>
          <p:nvPr/>
        </p:nvSpPr>
        <p:spPr>
          <a:xfrm>
            <a:off x="87314" y="4639320"/>
            <a:ext cx="16250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Уровни запасов в плановых ЕИ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E33A042-0D47-4995-BF14-D7509C8AE48F}"/>
              </a:ext>
            </a:extLst>
          </p:cNvPr>
          <p:cNvSpPr txBox="1"/>
          <p:nvPr/>
        </p:nvSpPr>
        <p:spPr>
          <a:xfrm>
            <a:off x="1855364" y="4652707"/>
            <a:ext cx="15275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Ограниченный План продаж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производства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перемещений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Потребность в критическом сырье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E91401B-F98A-4061-A0AB-ADB39B6858E0}"/>
              </a:ext>
            </a:extLst>
          </p:cNvPr>
          <p:cNvSpPr txBox="1"/>
          <p:nvPr/>
        </p:nvSpPr>
        <p:spPr>
          <a:xfrm>
            <a:off x="3609694" y="4636205"/>
            <a:ext cx="1635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Анализ предупреждений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9131068-B578-4C92-8AF2-868DDAE1CAF0}"/>
              </a:ext>
            </a:extLst>
          </p:cNvPr>
          <p:cNvSpPr txBox="1"/>
          <p:nvPr/>
        </p:nvSpPr>
        <p:spPr>
          <a:xfrm>
            <a:off x="5331618" y="4612804"/>
            <a:ext cx="172595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Ограниченный План продаж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перемещений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Потребность в критическом сырье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Плановый остаток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Сценарии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производства (драфт)</a:t>
            </a:r>
          </a:p>
        </p:txBody>
      </p:sp>
      <p:cxnSp>
        <p:nvCxnSpPr>
          <p:cNvPr id="160" name="Прямая со стрелкой 159">
            <a:extLst>
              <a:ext uri="{FF2B5EF4-FFF2-40B4-BE49-F238E27FC236}">
                <a16:creationId xmlns:a16="http://schemas.microsoft.com/office/drawing/2014/main" id="{9D3E03C3-273F-4ADF-AD71-608B2D07AE95}"/>
              </a:ext>
            </a:extLst>
          </p:cNvPr>
          <p:cNvCxnSpPr/>
          <p:nvPr/>
        </p:nvCxnSpPr>
        <p:spPr>
          <a:xfrm>
            <a:off x="7844118" y="2910907"/>
            <a:ext cx="0" cy="1080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2" name="Прямая со стрелкой 161">
            <a:extLst>
              <a:ext uri="{FF2B5EF4-FFF2-40B4-BE49-F238E27FC236}">
                <a16:creationId xmlns:a16="http://schemas.microsoft.com/office/drawing/2014/main" id="{FDA3D0B7-BC0A-4205-A7C7-500EB723D617}"/>
              </a:ext>
            </a:extLst>
          </p:cNvPr>
          <p:cNvCxnSpPr>
            <a:stCxn id="41" idx="0"/>
          </p:cNvCxnSpPr>
          <p:nvPr/>
        </p:nvCxnSpPr>
        <p:spPr>
          <a:xfrm flipV="1">
            <a:off x="7837844" y="4584597"/>
            <a:ext cx="6274" cy="11019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32BF2631-10D8-4575-AE66-D5E62435D731}"/>
              </a:ext>
            </a:extLst>
          </p:cNvPr>
          <p:cNvSpPr txBox="1"/>
          <p:nvPr/>
        </p:nvSpPr>
        <p:spPr>
          <a:xfrm>
            <a:off x="7015905" y="4636205"/>
            <a:ext cx="19529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Опубликованные планы: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Производства </a:t>
            </a:r>
            <a:b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</a:b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(плановые заказы)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Потребность в критическом сырье (заявки на закупку)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Ограниченный прогноз продаж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Плановый остаток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79DBC75-59E2-4C2C-A21C-8A5B5A2AB355}"/>
              </a:ext>
            </a:extLst>
          </p:cNvPr>
          <p:cNvSpPr txBox="1"/>
          <p:nvPr/>
        </p:nvSpPr>
        <p:spPr>
          <a:xfrm>
            <a:off x="8728728" y="2172681"/>
            <a:ext cx="2711580" cy="1369606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 num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Размещенные заказы на закупку (PO)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Плановые приходы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Источники поставки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Транспортные отношения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Уровни СЗ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Мин. партии на транспортировку и кратности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Ограничения по пропускной способности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Остаточный срок годности (ОСГ)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Лид таймы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 Резервы (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аллокация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)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68" name="Стрелка: вправо 167">
            <a:extLst>
              <a:ext uri="{FF2B5EF4-FFF2-40B4-BE49-F238E27FC236}">
                <a16:creationId xmlns:a16="http://schemas.microsoft.com/office/drawing/2014/main" id="{E95E641B-C383-4AF2-B8A9-2038490B6C47}"/>
              </a:ext>
            </a:extLst>
          </p:cNvPr>
          <p:cNvSpPr/>
          <p:nvPr/>
        </p:nvSpPr>
        <p:spPr>
          <a:xfrm>
            <a:off x="1599486" y="4122830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9" name="Стрелка: вправо 168">
            <a:extLst>
              <a:ext uri="{FF2B5EF4-FFF2-40B4-BE49-F238E27FC236}">
                <a16:creationId xmlns:a16="http://schemas.microsoft.com/office/drawing/2014/main" id="{1822877F-8414-4593-81CF-590C81222FDD}"/>
              </a:ext>
            </a:extLst>
          </p:cNvPr>
          <p:cNvSpPr/>
          <p:nvPr/>
        </p:nvSpPr>
        <p:spPr>
          <a:xfrm>
            <a:off x="3329531" y="4133492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0" name="Стрелка: вправо 169">
            <a:extLst>
              <a:ext uri="{FF2B5EF4-FFF2-40B4-BE49-F238E27FC236}">
                <a16:creationId xmlns:a16="http://schemas.microsoft.com/office/drawing/2014/main" id="{13CE19C9-CD3E-4B5E-8405-E8348A13C71E}"/>
              </a:ext>
            </a:extLst>
          </p:cNvPr>
          <p:cNvSpPr/>
          <p:nvPr/>
        </p:nvSpPr>
        <p:spPr>
          <a:xfrm>
            <a:off x="5051091" y="4142999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1" name="Стрелка: вправо 170">
            <a:extLst>
              <a:ext uri="{FF2B5EF4-FFF2-40B4-BE49-F238E27FC236}">
                <a16:creationId xmlns:a16="http://schemas.microsoft.com/office/drawing/2014/main" id="{88F98DB8-404B-4727-BC8E-5075C9545BCA}"/>
              </a:ext>
            </a:extLst>
          </p:cNvPr>
          <p:cNvSpPr/>
          <p:nvPr/>
        </p:nvSpPr>
        <p:spPr>
          <a:xfrm>
            <a:off x="6761535" y="4142999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Стрелка: вправо 171">
            <a:extLst>
              <a:ext uri="{FF2B5EF4-FFF2-40B4-BE49-F238E27FC236}">
                <a16:creationId xmlns:a16="http://schemas.microsoft.com/office/drawing/2014/main" id="{007A6A2C-313C-46DD-94CA-D3ED9FFB772C}"/>
              </a:ext>
            </a:extLst>
          </p:cNvPr>
          <p:cNvSpPr/>
          <p:nvPr/>
        </p:nvSpPr>
        <p:spPr>
          <a:xfrm>
            <a:off x="8536728" y="4151896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3" name="Стрелка: вправо 172">
            <a:extLst>
              <a:ext uri="{FF2B5EF4-FFF2-40B4-BE49-F238E27FC236}">
                <a16:creationId xmlns:a16="http://schemas.microsoft.com/office/drawing/2014/main" id="{9C5AFDDF-474E-446F-9F44-3AC9B720DEBF}"/>
              </a:ext>
            </a:extLst>
          </p:cNvPr>
          <p:cNvSpPr/>
          <p:nvPr/>
        </p:nvSpPr>
        <p:spPr>
          <a:xfrm>
            <a:off x="10228723" y="4160206"/>
            <a:ext cx="340659" cy="245924"/>
          </a:xfrm>
          <a:prstGeom prst="rightArrow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1" name="Соединитель: уступ 180">
            <a:extLst>
              <a:ext uri="{FF2B5EF4-FFF2-40B4-BE49-F238E27FC236}">
                <a16:creationId xmlns:a16="http://schemas.microsoft.com/office/drawing/2014/main" id="{96DAF97E-EB3E-4149-86D4-A4738010DEAF}"/>
              </a:ext>
            </a:extLst>
          </p:cNvPr>
          <p:cNvCxnSpPr>
            <a:stCxn id="164" idx="2"/>
            <a:endCxn id="172" idx="0"/>
          </p:cNvCxnSpPr>
          <p:nvPr/>
        </p:nvCxnSpPr>
        <p:spPr>
          <a:xfrm rot="5400000">
            <a:off x="9114668" y="3182045"/>
            <a:ext cx="609609" cy="13300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350D0FB-AEF3-42F0-964C-1D5C6F981BD2}"/>
              </a:ext>
            </a:extLst>
          </p:cNvPr>
          <p:cNvSpPr txBox="1"/>
          <p:nvPr/>
        </p:nvSpPr>
        <p:spPr>
          <a:xfrm>
            <a:off x="1131478" y="2563172"/>
            <a:ext cx="1907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Прогноз продаж в требуемой гранулярности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50F6473-9D51-4663-8068-C0626152F7FF}"/>
              </a:ext>
            </a:extLst>
          </p:cNvPr>
          <p:cNvSpPr txBox="1"/>
          <p:nvPr/>
        </p:nvSpPr>
        <p:spPr>
          <a:xfrm>
            <a:off x="3002555" y="2546121"/>
            <a:ext cx="1965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Скорректированный (открытый) прогноз продаж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BE6831A-BB61-3575-A4F9-2617EE56E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072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Обогащение прогноза заказами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A0402563-C14E-4C48-BBE0-8D6691FEDF60}"/>
              </a:ext>
            </a:extLst>
          </p:cNvPr>
          <p:cNvSpPr/>
          <p:nvPr/>
        </p:nvSpPr>
        <p:spPr>
          <a:xfrm>
            <a:off x="406064" y="5417912"/>
            <a:ext cx="5407508" cy="7752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345B51D-DF43-4998-B3A1-90BD3FD28DA5}"/>
              </a:ext>
            </a:extLst>
          </p:cNvPr>
          <p:cNvSpPr/>
          <p:nvPr/>
        </p:nvSpPr>
        <p:spPr>
          <a:xfrm>
            <a:off x="1942381" y="2042522"/>
            <a:ext cx="10036277" cy="7752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6479D6-6EB7-4B15-8F28-9CF9799D084B}"/>
              </a:ext>
            </a:extLst>
          </p:cNvPr>
          <p:cNvSpPr txBox="1"/>
          <p:nvPr/>
        </p:nvSpPr>
        <p:spPr>
          <a:xfrm>
            <a:off x="412431" y="4412404"/>
            <a:ext cx="2360382" cy="646331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продаж в требуемой гранулярности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Отгруженные заказы клиентов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Открытые заказы клиентов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67E67CF4-A9A4-441D-AA6E-F0A0E829769C}"/>
              </a:ext>
            </a:extLst>
          </p:cNvPr>
          <p:cNvSpPr/>
          <p:nvPr/>
        </p:nvSpPr>
        <p:spPr>
          <a:xfrm>
            <a:off x="4263304" y="2116899"/>
            <a:ext cx="1764000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Дезагрегация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 прогноза по продукту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D7198776-E306-49A3-AD5C-291214852DF4}"/>
              </a:ext>
            </a:extLst>
          </p:cNvPr>
          <p:cNvSpPr/>
          <p:nvPr/>
        </p:nvSpPr>
        <p:spPr>
          <a:xfrm>
            <a:off x="2312966" y="2116899"/>
            <a:ext cx="1764000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Сохранение предыдущих версий планов</a:t>
            </a:r>
          </a:p>
        </p:txBody>
      </p: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0509D2B4-0D74-4F4B-B8DA-A19BE20D0C61}"/>
              </a:ext>
            </a:extLst>
          </p:cNvPr>
          <p:cNvCxnSpPr>
            <a:cxnSpLocks/>
            <a:stCxn id="79" idx="3"/>
            <a:endCxn id="78" idx="1"/>
          </p:cNvCxnSpPr>
          <p:nvPr/>
        </p:nvCxnSpPr>
        <p:spPr>
          <a:xfrm>
            <a:off x="4076966" y="2440899"/>
            <a:ext cx="18633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4236F58-379A-425F-B50D-C4ECFC0773B2}"/>
              </a:ext>
            </a:extLst>
          </p:cNvPr>
          <p:cNvSpPr txBox="1"/>
          <p:nvPr/>
        </p:nvSpPr>
        <p:spPr>
          <a:xfrm>
            <a:off x="4762919" y="1718522"/>
            <a:ext cx="587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Преобразование прогноза к требуемой гранулярности</a:t>
            </a:r>
          </a:p>
        </p:txBody>
      </p:sp>
      <p:cxnSp>
        <p:nvCxnSpPr>
          <p:cNvPr id="82" name="Соединитель: уступ 81">
            <a:extLst>
              <a:ext uri="{FF2B5EF4-FFF2-40B4-BE49-F238E27FC236}">
                <a16:creationId xmlns:a16="http://schemas.microsoft.com/office/drawing/2014/main" id="{D34EEEA1-65B0-44A6-9ECA-291C7CD703F0}"/>
              </a:ext>
            </a:extLst>
          </p:cNvPr>
          <p:cNvCxnSpPr>
            <a:cxnSpLocks/>
            <a:stCxn id="85" idx="2"/>
            <a:endCxn id="79" idx="1"/>
          </p:cNvCxnSpPr>
          <p:nvPr/>
        </p:nvCxnSpPr>
        <p:spPr>
          <a:xfrm rot="16200000" flipH="1">
            <a:off x="1464190" y="1592122"/>
            <a:ext cx="444967" cy="1252585"/>
          </a:xfrm>
          <a:prstGeom prst="bentConnector2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06CE29A-E128-4813-B993-8844CAE7167D}"/>
              </a:ext>
            </a:extLst>
          </p:cNvPr>
          <p:cNvSpPr txBox="1"/>
          <p:nvPr/>
        </p:nvSpPr>
        <p:spPr>
          <a:xfrm>
            <a:off x="3767729" y="6184526"/>
            <a:ext cx="1990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Скорректированный (открытый) прогноз продаж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700191-F675-4E6C-B33B-71ED49C2A625}"/>
              </a:ext>
            </a:extLst>
          </p:cNvPr>
          <p:cNvSpPr txBox="1"/>
          <p:nvPr/>
        </p:nvSpPr>
        <p:spPr>
          <a:xfrm>
            <a:off x="4263304" y="2836656"/>
            <a:ext cx="59405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Алгоритм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дезагрегации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\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аллокации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определяет коэффициент и предполагает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аллокацию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прогноза: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По иерархии продукта (категория, DFU, SKU),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По локациям (регион, РЦ, завод),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По временной шкале (месяц, неделя)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Результат: понимание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Какой продукт будет продаваться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В каком количестве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На какой неделе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С какого склада будет отгружаться</a:t>
            </a: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878F44D6-E6BC-45CB-827D-168701212619}"/>
              </a:ext>
            </a:extLst>
          </p:cNvPr>
          <p:cNvSpPr/>
          <p:nvPr/>
        </p:nvSpPr>
        <p:spPr>
          <a:xfrm>
            <a:off x="178381" y="1072364"/>
            <a:ext cx="1764000" cy="923568"/>
          </a:xfrm>
          <a:prstGeom prst="rect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Передача неограниченного плана спроса из  модуля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DP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с агрегацией до групп клиентов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CB6CA6-81D5-4600-A140-03DA17D72C65}"/>
              </a:ext>
            </a:extLst>
          </p:cNvPr>
          <p:cNvSpPr txBox="1"/>
          <p:nvPr/>
        </p:nvSpPr>
        <p:spPr>
          <a:xfrm>
            <a:off x="397676" y="6184526"/>
            <a:ext cx="21606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за вычетом отгрузок</a:t>
            </a:r>
          </a:p>
        </p:txBody>
      </p:sp>
      <p:cxnSp>
        <p:nvCxnSpPr>
          <p:cNvPr id="87" name="Соединитель: уступ 86">
            <a:extLst>
              <a:ext uri="{FF2B5EF4-FFF2-40B4-BE49-F238E27FC236}">
                <a16:creationId xmlns:a16="http://schemas.microsoft.com/office/drawing/2014/main" id="{50325897-47FD-4389-814A-059C6957B3EE}"/>
              </a:ext>
            </a:extLst>
          </p:cNvPr>
          <p:cNvCxnSpPr>
            <a:cxnSpLocks/>
          </p:cNvCxnSpPr>
          <p:nvPr/>
        </p:nvCxnSpPr>
        <p:spPr>
          <a:xfrm rot="5400000">
            <a:off x="1279714" y="5258093"/>
            <a:ext cx="396574" cy="1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9EF03911-D853-4579-BCA0-F597B4FEBA26}"/>
              </a:ext>
            </a:extLst>
          </p:cNvPr>
          <p:cNvSpPr/>
          <p:nvPr/>
        </p:nvSpPr>
        <p:spPr>
          <a:xfrm>
            <a:off x="3767729" y="5473158"/>
            <a:ext cx="1959964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Корректировка прогноза с учётом перепродаж / </a:t>
            </a: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недопродаж</a:t>
            </a:r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B367CE3-1B94-48CB-A611-22ADDC473612}"/>
              </a:ext>
            </a:extLst>
          </p:cNvPr>
          <p:cNvSpPr/>
          <p:nvPr/>
        </p:nvSpPr>
        <p:spPr>
          <a:xfrm>
            <a:off x="498018" y="5473158"/>
            <a:ext cx="1959964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Уменьшение прогноза на отгруженные клиентские заказы</a:t>
            </a:r>
          </a:p>
        </p:txBody>
      </p: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D2875A9D-9FFB-4E31-9949-E8E44E5C164C}"/>
              </a:ext>
            </a:extLst>
          </p:cNvPr>
          <p:cNvCxnSpPr>
            <a:cxnSpLocks/>
            <a:stCxn id="89" idx="3"/>
            <a:endCxn id="88" idx="1"/>
          </p:cNvCxnSpPr>
          <p:nvPr/>
        </p:nvCxnSpPr>
        <p:spPr>
          <a:xfrm>
            <a:off x="2457982" y="5797158"/>
            <a:ext cx="1309747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3FD1280-F59D-44EB-9034-F263FBCBBB32}"/>
              </a:ext>
            </a:extLst>
          </p:cNvPr>
          <p:cNvSpPr txBox="1"/>
          <p:nvPr/>
        </p:nvSpPr>
        <p:spPr>
          <a:xfrm>
            <a:off x="1453552" y="5132524"/>
            <a:ext cx="51161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Обогащение прогноза клиентскими заказами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9E3318-64E8-48DD-AE88-28B3EFBB8F51}"/>
              </a:ext>
            </a:extLst>
          </p:cNvPr>
          <p:cNvSpPr txBox="1"/>
          <p:nvPr/>
        </p:nvSpPr>
        <p:spPr>
          <a:xfrm>
            <a:off x="2258417" y="2858954"/>
            <a:ext cx="1509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Снэпшоты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планов</a:t>
            </a: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7F11CFF4-DB79-4689-B8B3-8C59D5E5B637}"/>
              </a:ext>
            </a:extLst>
          </p:cNvPr>
          <p:cNvSpPr/>
          <p:nvPr/>
        </p:nvSpPr>
        <p:spPr>
          <a:xfrm>
            <a:off x="6213642" y="2116899"/>
            <a:ext cx="1764000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Дезагрегация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 прогноза по локациям</a:t>
            </a: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2390C3E1-C156-4F66-931E-F55007090E8B}"/>
              </a:ext>
            </a:extLst>
          </p:cNvPr>
          <p:cNvSpPr/>
          <p:nvPr/>
        </p:nvSpPr>
        <p:spPr>
          <a:xfrm>
            <a:off x="8163980" y="2116899"/>
            <a:ext cx="1764000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Дезагрегация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  прогноза по временной шкале</a:t>
            </a:r>
          </a:p>
        </p:txBody>
      </p: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DE5184BC-0EB8-44E2-AA9A-5D3033B7D1AC}"/>
              </a:ext>
            </a:extLst>
          </p:cNvPr>
          <p:cNvCxnSpPr>
            <a:cxnSpLocks/>
            <a:stCxn id="78" idx="3"/>
            <a:endCxn id="93" idx="1"/>
          </p:cNvCxnSpPr>
          <p:nvPr/>
        </p:nvCxnSpPr>
        <p:spPr>
          <a:xfrm>
            <a:off x="6027304" y="2440899"/>
            <a:ext cx="18633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B7964EE8-F0E1-45A6-9AC8-9C01F415710A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7977642" y="2440899"/>
            <a:ext cx="18633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F9C207DC-3894-485A-BB3B-B26E74C5A408}"/>
              </a:ext>
            </a:extLst>
          </p:cNvPr>
          <p:cNvSpPr/>
          <p:nvPr/>
        </p:nvSpPr>
        <p:spPr>
          <a:xfrm>
            <a:off x="10114316" y="2116899"/>
            <a:ext cx="1764000" cy="64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Сравнение отклонения от предыдущего прогноза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DC6816-85C4-4CF1-AE84-127F58DC8B38}"/>
              </a:ext>
            </a:extLst>
          </p:cNvPr>
          <p:cNvSpPr txBox="1"/>
          <p:nvPr/>
        </p:nvSpPr>
        <p:spPr>
          <a:xfrm>
            <a:off x="9976814" y="2832698"/>
            <a:ext cx="20462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в требуемом формате на нужном уровне (продукт, локация,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бакет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6D28F1F4-46F6-43BD-9F5A-FD18A1AADDDB}"/>
              </a:ext>
            </a:extLst>
          </p:cNvPr>
          <p:cNvCxnSpPr>
            <a:cxnSpLocks/>
            <a:stCxn id="97" idx="3"/>
            <a:endCxn id="89" idx="1"/>
          </p:cNvCxnSpPr>
          <p:nvPr/>
        </p:nvCxnSpPr>
        <p:spPr>
          <a:xfrm flipH="1">
            <a:off x="498018" y="2440899"/>
            <a:ext cx="11380298" cy="3356259"/>
          </a:xfrm>
          <a:prstGeom prst="bentConnector5">
            <a:avLst>
              <a:gd name="adj1" fmla="val -2009"/>
              <a:gd name="adj2" fmla="val 56054"/>
              <a:gd name="adj3" fmla="val 102009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77">
            <a:extLst>
              <a:ext uri="{FF2B5EF4-FFF2-40B4-BE49-F238E27FC236}">
                <a16:creationId xmlns:a16="http://schemas.microsoft.com/office/drawing/2014/main" id="{3D01AC6D-16DD-42A2-92E9-A7DACEEF6947}"/>
              </a:ext>
            </a:extLst>
          </p:cNvPr>
          <p:cNvCxnSpPr>
            <a:cxnSpLocks/>
            <a:stCxn id="94" idx="3"/>
            <a:endCxn id="97" idx="1"/>
          </p:cNvCxnSpPr>
          <p:nvPr/>
        </p:nvCxnSpPr>
        <p:spPr>
          <a:xfrm>
            <a:off x="9927980" y="2440899"/>
            <a:ext cx="186336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BF338D6-DD8F-E803-C074-E15B6EE38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03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Расчет объемных планов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44A0701-5CA9-4659-A439-E589F4739626}"/>
              </a:ext>
            </a:extLst>
          </p:cNvPr>
          <p:cNvSpPr/>
          <p:nvPr/>
        </p:nvSpPr>
        <p:spPr>
          <a:xfrm>
            <a:off x="1082179" y="1412643"/>
            <a:ext cx="10971615" cy="24557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1E6DFA3-BCF8-4599-9AF6-CE95DD9C83FC}"/>
              </a:ext>
            </a:extLst>
          </p:cNvPr>
          <p:cNvSpPr/>
          <p:nvPr/>
        </p:nvSpPr>
        <p:spPr>
          <a:xfrm>
            <a:off x="1195570" y="2437638"/>
            <a:ext cx="1707934" cy="6983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потребности на каждой локации (</a:t>
            </a:r>
            <a:r>
              <a:rPr kumimoji="0" 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неттинг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12D67FB-225E-4878-83D1-4CCBBB059E35}"/>
              </a:ext>
            </a:extLst>
          </p:cNvPr>
          <p:cNvSpPr/>
          <p:nvPr/>
        </p:nvSpPr>
        <p:spPr>
          <a:xfrm>
            <a:off x="3142154" y="2437638"/>
            <a:ext cx="1707934" cy="6983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Расчёт потребности в компонентах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3D7BEA-77F5-4D9B-AD3A-51159927A33A}"/>
              </a:ext>
            </a:extLst>
          </p:cNvPr>
          <p:cNvSpPr txBox="1"/>
          <p:nvPr/>
        </p:nvSpPr>
        <p:spPr>
          <a:xfrm>
            <a:off x="3917436" y="1145033"/>
            <a:ext cx="6330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1200" b="1" i="0">
                <a:effectLst/>
                <a:latin typeface="Montserrat" panose="00000500000000000000" pitchFamily="2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Расчёт неограниченной потребности в пополнении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5746A46-2CA3-4D77-961F-CE38D89AE3F3}"/>
              </a:ext>
            </a:extLst>
          </p:cNvPr>
          <p:cNvSpPr/>
          <p:nvPr/>
        </p:nvSpPr>
        <p:spPr>
          <a:xfrm>
            <a:off x="88452" y="3922345"/>
            <a:ext cx="1082773" cy="578906"/>
          </a:xfrm>
          <a:prstGeom prst="rect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Передача графика производства из модуль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PS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BCA5A0E-3668-4D84-9F50-ABE8CDCFAF3A}"/>
              </a:ext>
            </a:extLst>
          </p:cNvPr>
          <p:cNvSpPr/>
          <p:nvPr/>
        </p:nvSpPr>
        <p:spPr>
          <a:xfrm>
            <a:off x="88452" y="3247902"/>
            <a:ext cx="1082645" cy="578907"/>
          </a:xfrm>
          <a:prstGeom prst="rect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Передача уровней запасов из  модуля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IO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716A9B95-4F1A-4321-8751-D8188AECF2D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9552" y="2738662"/>
            <a:ext cx="461074" cy="557407"/>
          </a:xfrm>
          <a:prstGeom prst="bentConnector2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F599FCE-3D81-40CA-80ED-98A297270C8E}"/>
              </a:ext>
            </a:extLst>
          </p:cNvPr>
          <p:cNvSpPr txBox="1"/>
          <p:nvPr/>
        </p:nvSpPr>
        <p:spPr>
          <a:xfrm>
            <a:off x="174219" y="1015998"/>
            <a:ext cx="3382598" cy="1061829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Основные  данные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Актуальные уровни запасов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Актуальные параметры планирования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Открытые заказы клиентов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Скорректированный (открытый) прогноз продаж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Актуальные параметры и приоритеты (приоритеты, квоты, параметры пополнения)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8C66B0-3852-4ED7-8110-9B51493C14E9}"/>
              </a:ext>
            </a:extLst>
          </p:cNvPr>
          <p:cNvSpPr txBox="1"/>
          <p:nvPr/>
        </p:nvSpPr>
        <p:spPr>
          <a:xfrm>
            <a:off x="8033406" y="6162336"/>
            <a:ext cx="1847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Ограниченный прогноз продаж (драфт)</a:t>
            </a:r>
          </a:p>
        </p:txBody>
      </p: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A5FFCD01-BBD6-4E7F-89C1-A74FE6B4F80F}"/>
              </a:ext>
            </a:extLst>
          </p:cNvPr>
          <p:cNvCxnSpPr>
            <a:cxnSpLocks/>
            <a:stCxn id="59" idx="3"/>
            <a:endCxn id="46" idx="1"/>
          </p:cNvCxnSpPr>
          <p:nvPr/>
        </p:nvCxnSpPr>
        <p:spPr>
          <a:xfrm flipH="1">
            <a:off x="426963" y="3101998"/>
            <a:ext cx="11581057" cy="2709750"/>
          </a:xfrm>
          <a:prstGeom prst="bentConnector5">
            <a:avLst>
              <a:gd name="adj1" fmla="val -815"/>
              <a:gd name="adj2" fmla="val 56725"/>
              <a:gd name="adj3" fmla="val 102047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BF73CB7-4A44-4FDB-B58B-EC371534617B}"/>
              </a:ext>
            </a:extLst>
          </p:cNvPr>
          <p:cNvSpPr/>
          <p:nvPr/>
        </p:nvSpPr>
        <p:spPr>
          <a:xfrm>
            <a:off x="426963" y="5524968"/>
            <a:ext cx="1725202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Запуск алгоритма (оптимизатор/эвристика)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A5D0C15-7FC6-4E4A-A362-84AB8AF328CD}"/>
              </a:ext>
            </a:extLst>
          </p:cNvPr>
          <p:cNvSpPr/>
          <p:nvPr/>
        </p:nvSpPr>
        <p:spPr>
          <a:xfrm>
            <a:off x="2415663" y="5524968"/>
            <a:ext cx="1656000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плана производства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3BCCB27C-A039-4BE3-BBC2-454BEEABAF34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2152165" y="5811748"/>
            <a:ext cx="26349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BD36263-597A-481C-8C61-07FB4BF1A1AC}"/>
              </a:ext>
            </a:extLst>
          </p:cNvPr>
          <p:cNvSpPr txBox="1"/>
          <p:nvPr/>
        </p:nvSpPr>
        <p:spPr>
          <a:xfrm>
            <a:off x="3996120" y="4362751"/>
            <a:ext cx="5243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1200" b="1" i="0">
                <a:effectLst/>
                <a:latin typeface="Montserrat" panose="00000500000000000000" pitchFamily="2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Расчёт объемных планов с учетом ограничений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E5B7ECF-8453-47E2-A536-282E2D6AEFA3}"/>
              </a:ext>
            </a:extLst>
          </p:cNvPr>
          <p:cNvSpPr/>
          <p:nvPr/>
        </p:nvSpPr>
        <p:spPr>
          <a:xfrm>
            <a:off x="5174255" y="2437638"/>
            <a:ext cx="1908404" cy="6983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неограниченной потребности в производстве по квотам</a:t>
            </a:r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12A10906-32A9-494B-B943-759B3F39148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850088" y="2786825"/>
            <a:ext cx="320189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49EF0EA-BAD4-4531-8F71-EF59E050579B}"/>
              </a:ext>
            </a:extLst>
          </p:cNvPr>
          <p:cNvSpPr txBox="1"/>
          <p:nvPr/>
        </p:nvSpPr>
        <p:spPr>
          <a:xfrm>
            <a:off x="5019613" y="3218440"/>
            <a:ext cx="2206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Неограниченная потребность в производстве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183E14DE-6C1E-47E8-BD71-264EA5AB3E39}"/>
              </a:ext>
            </a:extLst>
          </p:cNvPr>
          <p:cNvSpPr/>
          <p:nvPr/>
        </p:nvSpPr>
        <p:spPr>
          <a:xfrm>
            <a:off x="7426264" y="2752495"/>
            <a:ext cx="2052000" cy="6983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Расчёт неограниченной потребности в пополнении с локаций по квотам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01961F-6D6E-4C9D-9E2D-791220864C7A}"/>
              </a:ext>
            </a:extLst>
          </p:cNvPr>
          <p:cNvSpPr txBox="1"/>
          <p:nvPr/>
        </p:nvSpPr>
        <p:spPr>
          <a:xfrm>
            <a:off x="7419310" y="3487474"/>
            <a:ext cx="2198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Неограниченная потребность в перемещении</a:t>
            </a:r>
          </a:p>
        </p:txBody>
      </p:sp>
      <p:cxnSp>
        <p:nvCxnSpPr>
          <p:cNvPr id="55" name="Соединитель: уступ 54">
            <a:extLst>
              <a:ext uri="{FF2B5EF4-FFF2-40B4-BE49-F238E27FC236}">
                <a16:creationId xmlns:a16="http://schemas.microsoft.com/office/drawing/2014/main" id="{EBE0CB22-10B6-41E9-990C-B290116F7B16}"/>
              </a:ext>
            </a:extLst>
          </p:cNvPr>
          <p:cNvCxnSpPr>
            <a:cxnSpLocks/>
            <a:stCxn id="38" idx="2"/>
            <a:endCxn id="53" idx="1"/>
          </p:cNvCxnSpPr>
          <p:nvPr/>
        </p:nvCxnSpPr>
        <p:spPr>
          <a:xfrm rot="5400000" flipH="1" flipV="1">
            <a:off x="5694027" y="1403775"/>
            <a:ext cx="34329" cy="3430143"/>
          </a:xfrm>
          <a:prstGeom prst="bentConnector4">
            <a:avLst>
              <a:gd name="adj1" fmla="val -1790014"/>
              <a:gd name="adj2" fmla="val 94486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97825E2-5EB3-4B09-B7E7-4BCA96949F25}"/>
              </a:ext>
            </a:extLst>
          </p:cNvPr>
          <p:cNvSpPr/>
          <p:nvPr/>
        </p:nvSpPr>
        <p:spPr>
          <a:xfrm>
            <a:off x="9696569" y="1492250"/>
            <a:ext cx="2232000" cy="69837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планового остатка &lt;0 и формирование предупреждения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771DA5-9FC9-4446-BFC0-13D450FD1584}"/>
              </a:ext>
            </a:extLst>
          </p:cNvPr>
          <p:cNvSpPr txBox="1"/>
          <p:nvPr/>
        </p:nvSpPr>
        <p:spPr>
          <a:xfrm>
            <a:off x="9630671" y="2234496"/>
            <a:ext cx="23196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Предупреждение по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out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of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stock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E36B28D3-9F7F-44D3-9574-BBED6C00A171}"/>
              </a:ext>
            </a:extLst>
          </p:cNvPr>
          <p:cNvCxnSpPr>
            <a:cxnSpLocks/>
            <a:stCxn id="40" idx="3"/>
            <a:endCxn id="37" idx="2"/>
          </p:cNvCxnSpPr>
          <p:nvPr/>
        </p:nvCxnSpPr>
        <p:spPr>
          <a:xfrm flipV="1">
            <a:off x="1171225" y="3136011"/>
            <a:ext cx="878312" cy="1075787"/>
          </a:xfrm>
          <a:prstGeom prst="bentConnector2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A9D53230-BCB6-49FF-AEE4-9A8F56089289}"/>
              </a:ext>
            </a:extLst>
          </p:cNvPr>
          <p:cNvSpPr/>
          <p:nvPr/>
        </p:nvSpPr>
        <p:spPr>
          <a:xfrm>
            <a:off x="9776020" y="2752798"/>
            <a:ext cx="2232000" cy="698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уровней запасов от минимальных/максимальных дней покрытия и потребности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0BCD91-B706-4718-A26E-69EF774BDD64}"/>
              </a:ext>
            </a:extLst>
          </p:cNvPr>
          <p:cNvSpPr txBox="1"/>
          <p:nvPr/>
        </p:nvSpPr>
        <p:spPr>
          <a:xfrm>
            <a:off x="9666045" y="3507146"/>
            <a:ext cx="2511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Уровни запасов в плановых ЕИ</a:t>
            </a:r>
          </a:p>
        </p:txBody>
      </p: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701B92E-DA28-4245-8AFC-837F36E7C9ED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903504" y="2786825"/>
            <a:ext cx="238650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3D4374A6-1A18-40DA-A7C9-F4D1515A2686}"/>
              </a:ext>
            </a:extLst>
          </p:cNvPr>
          <p:cNvCxnSpPr>
            <a:cxnSpLocks/>
            <a:stCxn id="53" idx="3"/>
            <a:endCxn id="59" idx="1"/>
          </p:cNvCxnSpPr>
          <p:nvPr/>
        </p:nvCxnSpPr>
        <p:spPr>
          <a:xfrm>
            <a:off x="9478264" y="3101682"/>
            <a:ext cx="297756" cy="316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5F30625D-771C-468A-BEE7-32CF3C99AB84}"/>
              </a:ext>
            </a:extLst>
          </p:cNvPr>
          <p:cNvCxnSpPr>
            <a:cxnSpLocks/>
          </p:cNvCxnSpPr>
          <p:nvPr/>
        </p:nvCxnSpPr>
        <p:spPr>
          <a:xfrm flipV="1">
            <a:off x="4021877" y="1635850"/>
            <a:ext cx="5674694" cy="801789"/>
          </a:xfrm>
          <a:prstGeom prst="bentConnector3">
            <a:avLst>
              <a:gd name="adj1" fmla="val -41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343F418B-6A45-4BE7-8F64-CA1E16458EF1}"/>
              </a:ext>
            </a:extLst>
          </p:cNvPr>
          <p:cNvSpPr/>
          <p:nvPr/>
        </p:nvSpPr>
        <p:spPr>
          <a:xfrm>
            <a:off x="7382760" y="1807542"/>
            <a:ext cx="2052000" cy="453594"/>
          </a:xfrm>
          <a:prstGeom prst="rect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Оптимальный страховой запас в днях покрытия из модуля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IO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  <p:cxnSp>
        <p:nvCxnSpPr>
          <p:cNvPr id="65" name="Соединитель: уступ 64">
            <a:extLst>
              <a:ext uri="{FF2B5EF4-FFF2-40B4-BE49-F238E27FC236}">
                <a16:creationId xmlns:a16="http://schemas.microsoft.com/office/drawing/2014/main" id="{A17147BC-8CA0-4EAD-81E7-1EB384860FD4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567213" y="2158468"/>
            <a:ext cx="683280" cy="573433"/>
          </a:xfrm>
          <a:prstGeom prst="bentConnector2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Соединитель: уступ 65">
            <a:extLst>
              <a:ext uri="{FF2B5EF4-FFF2-40B4-BE49-F238E27FC236}">
                <a16:creationId xmlns:a16="http://schemas.microsoft.com/office/drawing/2014/main" id="{98759C96-508F-4D93-A33E-13FA9278F905}"/>
              </a:ext>
            </a:extLst>
          </p:cNvPr>
          <p:cNvCxnSpPr>
            <a:cxnSpLocks/>
          </p:cNvCxnSpPr>
          <p:nvPr/>
        </p:nvCxnSpPr>
        <p:spPr>
          <a:xfrm>
            <a:off x="9460008" y="1903810"/>
            <a:ext cx="307235" cy="1067659"/>
          </a:xfrm>
          <a:prstGeom prst="bentConnector3">
            <a:avLst>
              <a:gd name="adj1" fmla="val 33618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05F1847-0837-4491-8501-C2D3BFD08CBA}"/>
              </a:ext>
            </a:extLst>
          </p:cNvPr>
          <p:cNvSpPr txBox="1"/>
          <p:nvPr/>
        </p:nvSpPr>
        <p:spPr>
          <a:xfrm>
            <a:off x="7312959" y="2247136"/>
            <a:ext cx="225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Макс. запас в днях покрытия (от ОСГ)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EE12DF-F10B-43A4-BC2A-2DE6B222837A}"/>
              </a:ext>
            </a:extLst>
          </p:cNvPr>
          <p:cNvSpPr txBox="1"/>
          <p:nvPr/>
        </p:nvSpPr>
        <p:spPr>
          <a:xfrm>
            <a:off x="426964" y="4738066"/>
            <a:ext cx="3129854" cy="646331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Доступный ФРВ ресурсов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Оперативный план производства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Неограниченная потребность в пополнении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Актуальные приоритеты</a:t>
            </a: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2F2E6654-BCC0-4A19-89C3-8C26E7FE24DD}"/>
              </a:ext>
            </a:extLst>
          </p:cNvPr>
          <p:cNvSpPr/>
          <p:nvPr/>
        </p:nvSpPr>
        <p:spPr>
          <a:xfrm>
            <a:off x="4335161" y="5524968"/>
            <a:ext cx="1656000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плана перемещений</a:t>
            </a:r>
          </a:p>
        </p:txBody>
      </p: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5CFA74CE-3D9E-438D-8E56-D897A7E37D35}"/>
              </a:ext>
            </a:extLst>
          </p:cNvPr>
          <p:cNvCxnSpPr>
            <a:cxnSpLocks/>
            <a:stCxn id="47" idx="3"/>
            <a:endCxn id="102" idx="1"/>
          </p:cNvCxnSpPr>
          <p:nvPr/>
        </p:nvCxnSpPr>
        <p:spPr>
          <a:xfrm>
            <a:off x="4071663" y="5811748"/>
            <a:ext cx="26349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64C6B22C-2E80-44B0-8840-5C0C31F0904A}"/>
              </a:ext>
            </a:extLst>
          </p:cNvPr>
          <p:cNvSpPr/>
          <p:nvPr/>
        </p:nvSpPr>
        <p:spPr>
          <a:xfrm>
            <a:off x="6254659" y="5524968"/>
            <a:ext cx="1656000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потребности в критическом сырье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8A90B4-D31B-4E05-85F9-66356E9A9C74}"/>
              </a:ext>
            </a:extLst>
          </p:cNvPr>
          <p:cNvSpPr txBox="1"/>
          <p:nvPr/>
        </p:nvSpPr>
        <p:spPr>
          <a:xfrm>
            <a:off x="2370600" y="6162336"/>
            <a:ext cx="19194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План производства (драфт)</a:t>
            </a: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EE1878BE-1203-4B5C-AE92-22567B0280FA}"/>
              </a:ext>
            </a:extLst>
          </p:cNvPr>
          <p:cNvSpPr/>
          <p:nvPr/>
        </p:nvSpPr>
        <p:spPr>
          <a:xfrm>
            <a:off x="8174157" y="5524968"/>
            <a:ext cx="1656000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ограниченного прогноза продаж</a:t>
            </a:r>
          </a:p>
        </p:txBody>
      </p: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4B950103-4BF0-4271-B99A-DEFC47FB6BD6}"/>
              </a:ext>
            </a:extLst>
          </p:cNvPr>
          <p:cNvCxnSpPr>
            <a:cxnSpLocks/>
            <a:stCxn id="104" idx="3"/>
            <a:endCxn id="106" idx="1"/>
          </p:cNvCxnSpPr>
          <p:nvPr/>
        </p:nvCxnSpPr>
        <p:spPr>
          <a:xfrm>
            <a:off x="7910659" y="5811748"/>
            <a:ext cx="26349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A080CAE-27EB-4876-9B13-148DE47948EE}"/>
              </a:ext>
            </a:extLst>
          </p:cNvPr>
          <p:cNvSpPr/>
          <p:nvPr/>
        </p:nvSpPr>
        <p:spPr>
          <a:xfrm>
            <a:off x="10093653" y="5524968"/>
            <a:ext cx="1656000" cy="573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Формирование журнала и результатов</a:t>
            </a:r>
          </a:p>
        </p:txBody>
      </p: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F0782571-48F7-4DF5-81E2-A883265FB732}"/>
              </a:ext>
            </a:extLst>
          </p:cNvPr>
          <p:cNvCxnSpPr>
            <a:cxnSpLocks/>
            <a:stCxn id="106" idx="3"/>
            <a:endCxn id="108" idx="1"/>
          </p:cNvCxnSpPr>
          <p:nvPr/>
        </p:nvCxnSpPr>
        <p:spPr>
          <a:xfrm>
            <a:off x="9830157" y="5811748"/>
            <a:ext cx="263496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3B29059-8BB0-4A36-9A5C-939AAF2943C3}"/>
              </a:ext>
            </a:extLst>
          </p:cNvPr>
          <p:cNvSpPr txBox="1"/>
          <p:nvPr/>
        </p:nvSpPr>
        <p:spPr>
          <a:xfrm>
            <a:off x="4290097" y="6162336"/>
            <a:ext cx="194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План перемещений (драфт)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894073-96C8-4732-8C84-52A01FFE4712}"/>
              </a:ext>
            </a:extLst>
          </p:cNvPr>
          <p:cNvSpPr txBox="1"/>
          <p:nvPr/>
        </p:nvSpPr>
        <p:spPr>
          <a:xfrm>
            <a:off x="6174536" y="6162336"/>
            <a:ext cx="165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Потребность в критическом сырье</a:t>
            </a:r>
          </a:p>
        </p:txBody>
      </p: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AC538B50-83BF-47EC-95EE-249BFB90F4C1}"/>
              </a:ext>
            </a:extLst>
          </p:cNvPr>
          <p:cNvCxnSpPr>
            <a:cxnSpLocks/>
            <a:stCxn id="102" idx="3"/>
            <a:endCxn id="104" idx="1"/>
          </p:cNvCxnSpPr>
          <p:nvPr/>
        </p:nvCxnSpPr>
        <p:spPr>
          <a:xfrm>
            <a:off x="5991161" y="5811748"/>
            <a:ext cx="26349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FEBB5E0-0E23-4B0B-A00E-DD6328DFEB56}"/>
              </a:ext>
            </a:extLst>
          </p:cNvPr>
          <p:cNvSpPr txBox="1"/>
          <p:nvPr/>
        </p:nvSpPr>
        <p:spPr>
          <a:xfrm>
            <a:off x="1271126" y="3217742"/>
            <a:ext cx="196573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Нетто потребность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F5F3A09-611F-48BB-A7BA-1AF860B3A745}"/>
              </a:ext>
            </a:extLst>
          </p:cNvPr>
          <p:cNvSpPr txBox="1"/>
          <p:nvPr/>
        </p:nvSpPr>
        <p:spPr>
          <a:xfrm>
            <a:off x="3128955" y="3217742"/>
            <a:ext cx="1919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Неограниченная вторичная потребность</a:t>
            </a: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349D46D2-D1C4-4532-86B4-1458E211992C}"/>
              </a:ext>
            </a:extLst>
          </p:cNvPr>
          <p:cNvSpPr/>
          <p:nvPr/>
        </p:nvSpPr>
        <p:spPr>
          <a:xfrm>
            <a:off x="280975" y="5462798"/>
            <a:ext cx="11581058" cy="689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5CC4B77-48D1-73F3-B7AC-E0B609E34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88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Анализ и корректировка результатов /Сценарное планирование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894073-96C8-4732-8C84-52A01FFE4712}"/>
              </a:ext>
            </a:extLst>
          </p:cNvPr>
          <p:cNvSpPr txBox="1"/>
          <p:nvPr/>
        </p:nvSpPr>
        <p:spPr>
          <a:xfrm>
            <a:off x="6174536" y="6162336"/>
            <a:ext cx="165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Потребность в критическом сырье</a:t>
            </a:r>
          </a:p>
        </p:txBody>
      </p: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58CDAF72-1113-4C4D-A795-2FBF19662C3D}"/>
              </a:ext>
            </a:extLst>
          </p:cNvPr>
          <p:cNvCxnSpPr>
            <a:cxnSpLocks/>
          </p:cNvCxnSpPr>
          <p:nvPr/>
        </p:nvCxnSpPr>
        <p:spPr>
          <a:xfrm flipV="1">
            <a:off x="4295213" y="1512980"/>
            <a:ext cx="495513" cy="0"/>
          </a:xfrm>
          <a:prstGeom prst="straightConnector1">
            <a:avLst/>
          </a:prstGeom>
          <a:ln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754A358-9F4D-4F16-A5C4-32EF4547D6F3}"/>
              </a:ext>
            </a:extLst>
          </p:cNvPr>
          <p:cNvSpPr txBox="1"/>
          <p:nvPr/>
        </p:nvSpPr>
        <p:spPr>
          <a:xfrm>
            <a:off x="2144066" y="1787003"/>
            <a:ext cx="2822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по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Low Stock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по Out of Stock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по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Over Stock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по неликвидам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по загрузке ресурсов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2D5144-DBEA-4DC8-A42D-094D528CC622}"/>
              </a:ext>
            </a:extLst>
          </p:cNvPr>
          <p:cNvSpPr txBox="1"/>
          <p:nvPr/>
        </p:nvSpPr>
        <p:spPr>
          <a:xfrm>
            <a:off x="3876398" y="842952"/>
            <a:ext cx="4439204" cy="276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Работа с монитором предупреждений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A6E7BBE-E7C7-4B23-B1B4-D200D75490F0}"/>
              </a:ext>
            </a:extLst>
          </p:cNvPr>
          <p:cNvSpPr/>
          <p:nvPr/>
        </p:nvSpPr>
        <p:spPr>
          <a:xfrm>
            <a:off x="2205700" y="1169335"/>
            <a:ext cx="2123870" cy="61766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Формирование предупреждений SP после прогона планирования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4025CA-407B-4A7F-87B4-7CBB24B7F4D1}"/>
              </a:ext>
            </a:extLst>
          </p:cNvPr>
          <p:cNvSpPr txBox="1"/>
          <p:nvPr/>
        </p:nvSpPr>
        <p:spPr>
          <a:xfrm>
            <a:off x="939535" y="2928271"/>
            <a:ext cx="1782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Информация по будущим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заказам клиентов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193472-7F17-4C18-9979-7D21F8FCE5AE}"/>
              </a:ext>
            </a:extLst>
          </p:cNvPr>
          <p:cNvSpPr txBox="1"/>
          <p:nvPr/>
        </p:nvSpPr>
        <p:spPr>
          <a:xfrm>
            <a:off x="4790726" y="1166945"/>
            <a:ext cx="7046498" cy="1200329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низком приоритете спроса -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&gt;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Ведение приоритетов Модели оптимизации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нехватке объемов в замороженном горизонте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Подготовка сценариев для Supply Review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маленьком прогнозе при большом размере партии, потенциальный MTO продукт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Внесение ручных корректировок по причине "MTO"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приоритете производства по марже в час в сочетании с большим объемом потребности продуктов-конкурентов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</a:t>
            </a:r>
            <a:b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-&gt;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Внесение ручных корректировок по причине "Дефицит ГП из-за низкого приоритета"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нехватке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СиМ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Подготовка сценариев для Supply Review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Причина в цикле производства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Внесение ручных корректировок по причине "Дефицит ГП из-за низкого приоритета"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Прочие  причины: Проверить основные производственные и логистические данные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Ведение основных данных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D029C8-470E-4C8C-A8EF-243D5499732C}"/>
              </a:ext>
            </a:extLst>
          </p:cNvPr>
          <p:cNvSpPr txBox="1"/>
          <p:nvPr/>
        </p:nvSpPr>
        <p:spPr>
          <a:xfrm>
            <a:off x="3089750" y="2539565"/>
            <a:ext cx="3977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Внесение ручных корректировок</a:t>
            </a: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41630ECF-610D-4B5B-93DA-B473ED77B3CC}"/>
              </a:ext>
            </a:extLst>
          </p:cNvPr>
          <p:cNvSpPr/>
          <p:nvPr/>
        </p:nvSpPr>
        <p:spPr>
          <a:xfrm>
            <a:off x="410612" y="4184533"/>
            <a:ext cx="1360509" cy="67864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плана производства</a:t>
            </a:r>
          </a:p>
        </p:txBody>
      </p: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77A51719-863B-4DC6-B9F1-A4A781147346}"/>
              </a:ext>
            </a:extLst>
          </p:cNvPr>
          <p:cNvCxnSpPr>
            <a:cxnSpLocks/>
            <a:stCxn id="82" idx="3"/>
            <a:endCxn id="85" idx="1"/>
          </p:cNvCxnSpPr>
          <p:nvPr/>
        </p:nvCxnSpPr>
        <p:spPr>
          <a:xfrm flipV="1">
            <a:off x="1771121" y="3125261"/>
            <a:ext cx="697197" cy="1398595"/>
          </a:xfrm>
          <a:prstGeom prst="bentConnector3">
            <a:avLst>
              <a:gd name="adj1" fmla="val 3907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F3B7A4D3-1848-4373-B1A0-D84130286FA9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H="1">
            <a:off x="410612" y="1767110"/>
            <a:ext cx="11426612" cy="2756746"/>
          </a:xfrm>
          <a:prstGeom prst="bentConnector5">
            <a:avLst>
              <a:gd name="adj1" fmla="val -2001"/>
              <a:gd name="adj2" fmla="val 36611"/>
              <a:gd name="adj3" fmla="val 10200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6036BEB7-2373-49D0-A639-FDF9CD871184}"/>
              </a:ext>
            </a:extLst>
          </p:cNvPr>
          <p:cNvSpPr/>
          <p:nvPr/>
        </p:nvSpPr>
        <p:spPr>
          <a:xfrm>
            <a:off x="2468318" y="3023384"/>
            <a:ext cx="4220250" cy="2037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Пересчет плана с учетом корректировок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423D83-9137-40C0-893C-4973CAF62AAC}"/>
              </a:ext>
            </a:extLst>
          </p:cNvPr>
          <p:cNvSpPr txBox="1"/>
          <p:nvPr/>
        </p:nvSpPr>
        <p:spPr>
          <a:xfrm>
            <a:off x="2446300" y="2829727"/>
            <a:ext cx="16459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MTO</a:t>
            </a:r>
            <a:endParaRPr kumimoji="0" lang="ru-RU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cxnSp>
        <p:nvCxnSpPr>
          <p:cNvPr id="87" name="Соединитель: уступ 86">
            <a:extLst>
              <a:ext uri="{FF2B5EF4-FFF2-40B4-BE49-F238E27FC236}">
                <a16:creationId xmlns:a16="http://schemas.microsoft.com/office/drawing/2014/main" id="{C2AE2120-AB98-499F-841A-A11E94753A90}"/>
              </a:ext>
            </a:extLst>
          </p:cNvPr>
          <p:cNvCxnSpPr>
            <a:cxnSpLocks/>
            <a:stCxn id="82" idx="3"/>
            <a:endCxn id="116" idx="1"/>
          </p:cNvCxnSpPr>
          <p:nvPr/>
        </p:nvCxnSpPr>
        <p:spPr>
          <a:xfrm flipV="1">
            <a:off x="1771121" y="3589824"/>
            <a:ext cx="683567" cy="934032"/>
          </a:xfrm>
          <a:prstGeom prst="bentConnector3">
            <a:avLst>
              <a:gd name="adj1" fmla="val 4009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4BC509D-A42A-4CB9-B2CB-25C773B92B37}"/>
              </a:ext>
            </a:extLst>
          </p:cNvPr>
          <p:cNvSpPr txBox="1"/>
          <p:nvPr/>
        </p:nvSpPr>
        <p:spPr>
          <a:xfrm>
            <a:off x="2446300" y="3234692"/>
            <a:ext cx="19318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Поломки, форс-мажоры</a:t>
            </a:r>
          </a:p>
        </p:txBody>
      </p:sp>
      <p:cxnSp>
        <p:nvCxnSpPr>
          <p:cNvPr id="89" name="Соединитель: уступ 88">
            <a:extLst>
              <a:ext uri="{FF2B5EF4-FFF2-40B4-BE49-F238E27FC236}">
                <a16:creationId xmlns:a16="http://schemas.microsoft.com/office/drawing/2014/main" id="{C8BA4DFC-BD4B-4353-85CB-66FE86C805FD}"/>
              </a:ext>
            </a:extLst>
          </p:cNvPr>
          <p:cNvCxnSpPr>
            <a:cxnSpLocks/>
            <a:stCxn id="82" idx="3"/>
            <a:endCxn id="117" idx="1"/>
          </p:cNvCxnSpPr>
          <p:nvPr/>
        </p:nvCxnSpPr>
        <p:spPr>
          <a:xfrm flipV="1">
            <a:off x="1771121" y="4106531"/>
            <a:ext cx="668041" cy="417325"/>
          </a:xfrm>
          <a:prstGeom prst="bentConnector3">
            <a:avLst>
              <a:gd name="adj1" fmla="val 3986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CD57694-5DC3-484D-90C9-45A86FD4ED2F}"/>
              </a:ext>
            </a:extLst>
          </p:cNvPr>
          <p:cNvSpPr txBox="1"/>
          <p:nvPr/>
        </p:nvSpPr>
        <p:spPr>
          <a:xfrm>
            <a:off x="2446300" y="3730161"/>
            <a:ext cx="41790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Излишки полуфабриката с коротким сроком годности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1E2D0B-61C5-44BC-9A26-0E4CB6977F6A}"/>
              </a:ext>
            </a:extLst>
          </p:cNvPr>
          <p:cNvSpPr txBox="1"/>
          <p:nvPr/>
        </p:nvSpPr>
        <p:spPr>
          <a:xfrm>
            <a:off x="7501738" y="3312053"/>
            <a:ext cx="12312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Расчёт Ограниченных Планов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81DD1E-A04E-4508-B44F-91BB1576D73E}"/>
              </a:ext>
            </a:extLst>
          </p:cNvPr>
          <p:cNvSpPr txBox="1"/>
          <p:nvPr/>
        </p:nvSpPr>
        <p:spPr>
          <a:xfrm>
            <a:off x="939535" y="3388784"/>
            <a:ext cx="16748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Информация о поломках /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остановках линий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D80088-6F91-42B5-903B-41FFD4199A07}"/>
              </a:ext>
            </a:extLst>
          </p:cNvPr>
          <p:cNvSpPr txBox="1"/>
          <p:nvPr/>
        </p:nvSpPr>
        <p:spPr>
          <a:xfrm>
            <a:off x="939535" y="3865717"/>
            <a:ext cx="1782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</a:t>
            </a:r>
            <a:b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</a:b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Over Stock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3A0C65-199F-4A82-84DC-B30E904E1D73}"/>
              </a:ext>
            </a:extLst>
          </p:cNvPr>
          <p:cNvSpPr txBox="1"/>
          <p:nvPr/>
        </p:nvSpPr>
        <p:spPr>
          <a:xfrm>
            <a:off x="2446300" y="4225902"/>
            <a:ext cx="64953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Внесение ручных корректировок по причине "Дефицит ГП из-за низкого приоритета"</a:t>
            </a: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2E473F9C-A637-440F-BB37-4B8E49997378}"/>
              </a:ext>
            </a:extLst>
          </p:cNvPr>
          <p:cNvSpPr/>
          <p:nvPr/>
        </p:nvSpPr>
        <p:spPr>
          <a:xfrm>
            <a:off x="2452793" y="4509099"/>
            <a:ext cx="3735818" cy="205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плана производства</a:t>
            </a: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ACAA650E-C121-40FA-8642-41E319D53DD3}"/>
              </a:ext>
            </a:extLst>
          </p:cNvPr>
          <p:cNvSpPr/>
          <p:nvPr/>
        </p:nvSpPr>
        <p:spPr>
          <a:xfrm>
            <a:off x="2452793" y="4789096"/>
            <a:ext cx="3733922" cy="205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плана перемещений</a:t>
            </a: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293BED11-0A8C-4591-BF21-9E8AF96E878C}"/>
              </a:ext>
            </a:extLst>
          </p:cNvPr>
          <p:cNvSpPr/>
          <p:nvPr/>
        </p:nvSpPr>
        <p:spPr>
          <a:xfrm>
            <a:off x="2358174" y="4441264"/>
            <a:ext cx="6018444" cy="629871"/>
          </a:xfrm>
          <a:prstGeom prst="rect">
            <a:avLst/>
          </a:prstGeom>
          <a:noFill/>
          <a:ln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895773C-9327-4235-8CC8-5F26BF53282C}"/>
              </a:ext>
            </a:extLst>
          </p:cNvPr>
          <p:cNvSpPr/>
          <p:nvPr/>
        </p:nvSpPr>
        <p:spPr>
          <a:xfrm>
            <a:off x="6467911" y="4537376"/>
            <a:ext cx="1776389" cy="42390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Пересчет плана с учетом корректировок</a:t>
            </a:r>
          </a:p>
        </p:txBody>
      </p: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ECCCE4EF-47D2-4EFC-9E3C-2201141B888D}"/>
              </a:ext>
            </a:extLst>
          </p:cNvPr>
          <p:cNvCxnSpPr>
            <a:cxnSpLocks/>
            <a:stCxn id="95" idx="3"/>
            <a:endCxn id="98" idx="1"/>
          </p:cNvCxnSpPr>
          <p:nvPr/>
        </p:nvCxnSpPr>
        <p:spPr>
          <a:xfrm>
            <a:off x="6188611" y="4611699"/>
            <a:ext cx="279300" cy="137631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: уступ 99">
            <a:extLst>
              <a:ext uri="{FF2B5EF4-FFF2-40B4-BE49-F238E27FC236}">
                <a16:creationId xmlns:a16="http://schemas.microsoft.com/office/drawing/2014/main" id="{8F70441A-7F75-4D35-BEA0-9B32DF3EB5F6}"/>
              </a:ext>
            </a:extLst>
          </p:cNvPr>
          <p:cNvCxnSpPr>
            <a:cxnSpLocks/>
          </p:cNvCxnSpPr>
          <p:nvPr/>
        </p:nvCxnSpPr>
        <p:spPr>
          <a:xfrm flipV="1">
            <a:off x="6195104" y="4749330"/>
            <a:ext cx="281196" cy="142366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55CA54D0-A47F-46D8-A95E-FFBE02763AA1}"/>
              </a:ext>
            </a:extLst>
          </p:cNvPr>
          <p:cNvSpPr/>
          <p:nvPr/>
        </p:nvSpPr>
        <p:spPr>
          <a:xfrm>
            <a:off x="2454688" y="3487947"/>
            <a:ext cx="4220250" cy="2037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Пересчет плана с учетом корректировок</a:t>
            </a: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0D0B71A-5BA5-4418-94DA-BE1FE46E94AF}"/>
              </a:ext>
            </a:extLst>
          </p:cNvPr>
          <p:cNvSpPr/>
          <p:nvPr/>
        </p:nvSpPr>
        <p:spPr>
          <a:xfrm>
            <a:off x="2439162" y="4004654"/>
            <a:ext cx="4220250" cy="2037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Пересчет плана с учетом корректировок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38EEB0-96C5-4342-AF2B-6C91856E9DB4}"/>
              </a:ext>
            </a:extLst>
          </p:cNvPr>
          <p:cNvSpPr txBox="1"/>
          <p:nvPr/>
        </p:nvSpPr>
        <p:spPr>
          <a:xfrm>
            <a:off x="4468421" y="5143163"/>
            <a:ext cx="24511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Расчет сценариев для S&amp;OP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B4B4C30-A946-4D86-B3A9-011136DB01D3}"/>
              </a:ext>
            </a:extLst>
          </p:cNvPr>
          <p:cNvSpPr txBox="1"/>
          <p:nvPr/>
        </p:nvSpPr>
        <p:spPr>
          <a:xfrm>
            <a:off x="914209" y="5727315"/>
            <a:ext cx="10486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Решения о внесении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корректировок в Планы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91750753-95FE-4F40-AEF1-D071F6065C8C}"/>
              </a:ext>
            </a:extLst>
          </p:cNvPr>
          <p:cNvSpPr/>
          <p:nvPr/>
        </p:nvSpPr>
        <p:spPr>
          <a:xfrm>
            <a:off x="2248107" y="5710762"/>
            <a:ext cx="885260" cy="64918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Создание сценария</a:t>
            </a: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C8021942-7707-4FB6-8D91-B0166C0F69CB}"/>
              </a:ext>
            </a:extLst>
          </p:cNvPr>
          <p:cNvSpPr/>
          <p:nvPr/>
        </p:nvSpPr>
        <p:spPr>
          <a:xfrm>
            <a:off x="2095633" y="5253157"/>
            <a:ext cx="7069683" cy="1445652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75CFFA3F-330D-432A-84A4-8C7B746D9128}"/>
              </a:ext>
            </a:extLst>
          </p:cNvPr>
          <p:cNvSpPr/>
          <p:nvPr/>
        </p:nvSpPr>
        <p:spPr>
          <a:xfrm>
            <a:off x="3340233" y="5317908"/>
            <a:ext cx="4629289" cy="2788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плана производства в сценарии</a:t>
            </a:r>
          </a:p>
        </p:txBody>
      </p:sp>
      <p:cxnSp>
        <p:nvCxnSpPr>
          <p:cNvPr id="123" name="Соединитель: уступ 122">
            <a:extLst>
              <a:ext uri="{FF2B5EF4-FFF2-40B4-BE49-F238E27FC236}">
                <a16:creationId xmlns:a16="http://schemas.microsoft.com/office/drawing/2014/main" id="{8A1BB8A5-A3F3-4B61-B271-BD2BA1650185}"/>
              </a:ext>
            </a:extLst>
          </p:cNvPr>
          <p:cNvCxnSpPr>
            <a:cxnSpLocks/>
            <a:stCxn id="120" idx="3"/>
            <a:endCxn id="122" idx="1"/>
          </p:cNvCxnSpPr>
          <p:nvPr/>
        </p:nvCxnSpPr>
        <p:spPr>
          <a:xfrm flipV="1">
            <a:off x="3133367" y="5457346"/>
            <a:ext cx="206866" cy="578008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Соединитель: уступ 123">
            <a:extLst>
              <a:ext uri="{FF2B5EF4-FFF2-40B4-BE49-F238E27FC236}">
                <a16:creationId xmlns:a16="http://schemas.microsoft.com/office/drawing/2014/main" id="{9E21CA4D-66DC-45ED-BE9C-1E26A8E68ECF}"/>
              </a:ext>
            </a:extLst>
          </p:cNvPr>
          <p:cNvCxnSpPr>
            <a:cxnSpLocks/>
          </p:cNvCxnSpPr>
          <p:nvPr/>
        </p:nvCxnSpPr>
        <p:spPr>
          <a:xfrm>
            <a:off x="6671790" y="3116872"/>
            <a:ext cx="821560" cy="472180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Соединитель: уступ 124">
            <a:extLst>
              <a:ext uri="{FF2B5EF4-FFF2-40B4-BE49-F238E27FC236}">
                <a16:creationId xmlns:a16="http://schemas.microsoft.com/office/drawing/2014/main" id="{3D0533ED-2344-4450-BAE7-F91E83574E09}"/>
              </a:ext>
            </a:extLst>
          </p:cNvPr>
          <p:cNvCxnSpPr>
            <a:cxnSpLocks/>
            <a:stCxn id="116" idx="3"/>
            <a:endCxn id="91" idx="1"/>
          </p:cNvCxnSpPr>
          <p:nvPr/>
        </p:nvCxnSpPr>
        <p:spPr>
          <a:xfrm flipV="1">
            <a:off x="6674938" y="3589052"/>
            <a:ext cx="826800" cy="772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328A67FF-C5A1-406C-8324-C6A1000EC258}"/>
              </a:ext>
            </a:extLst>
          </p:cNvPr>
          <p:cNvCxnSpPr>
            <a:cxnSpLocks/>
          </p:cNvCxnSpPr>
          <p:nvPr/>
        </p:nvCxnSpPr>
        <p:spPr>
          <a:xfrm flipV="1">
            <a:off x="6659412" y="3589052"/>
            <a:ext cx="842327" cy="517479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Соединитель: уступ 126">
            <a:extLst>
              <a:ext uri="{FF2B5EF4-FFF2-40B4-BE49-F238E27FC236}">
                <a16:creationId xmlns:a16="http://schemas.microsoft.com/office/drawing/2014/main" id="{471BBE3C-6392-42C0-9C04-8508BFACF57E}"/>
              </a:ext>
            </a:extLst>
          </p:cNvPr>
          <p:cNvCxnSpPr>
            <a:cxnSpLocks/>
            <a:stCxn id="98" idx="3"/>
            <a:endCxn id="91" idx="2"/>
          </p:cNvCxnSpPr>
          <p:nvPr/>
        </p:nvCxnSpPr>
        <p:spPr>
          <a:xfrm flipH="1" flipV="1">
            <a:off x="8117339" y="3866051"/>
            <a:ext cx="126961" cy="883279"/>
          </a:xfrm>
          <a:prstGeom prst="bentConnector4">
            <a:avLst>
              <a:gd name="adj1" fmla="val -180055"/>
              <a:gd name="adj2" fmla="val 61998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Соединитель: уступ 127">
            <a:extLst>
              <a:ext uri="{FF2B5EF4-FFF2-40B4-BE49-F238E27FC236}">
                <a16:creationId xmlns:a16="http://schemas.microsoft.com/office/drawing/2014/main" id="{AD870C4D-AE70-4900-9CC0-9A30DB63A3AA}"/>
              </a:ext>
            </a:extLst>
          </p:cNvPr>
          <p:cNvCxnSpPr>
            <a:cxnSpLocks/>
            <a:stCxn id="145" idx="3"/>
            <a:endCxn id="97" idx="1"/>
          </p:cNvCxnSpPr>
          <p:nvPr/>
        </p:nvCxnSpPr>
        <p:spPr>
          <a:xfrm flipV="1">
            <a:off x="1564489" y="4756200"/>
            <a:ext cx="793685" cy="567406"/>
          </a:xfrm>
          <a:prstGeom prst="bentConnector3">
            <a:avLst>
              <a:gd name="adj1" fmla="val 54228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30B1379-D68F-40CA-B524-CCA0D2C1010B}"/>
              </a:ext>
            </a:extLst>
          </p:cNvPr>
          <p:cNvSpPr txBox="1"/>
          <p:nvPr/>
        </p:nvSpPr>
        <p:spPr>
          <a:xfrm>
            <a:off x="410612" y="6146676"/>
            <a:ext cx="569839" cy="246221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S&amp;OP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77182A9A-C5A9-47D7-B7A0-6BD6E26EA278}"/>
              </a:ext>
            </a:extLst>
          </p:cNvPr>
          <p:cNvSpPr/>
          <p:nvPr/>
        </p:nvSpPr>
        <p:spPr>
          <a:xfrm>
            <a:off x="3340233" y="5657881"/>
            <a:ext cx="4629289" cy="17485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Корректировка плана перемещений в сценарии</a:t>
            </a:r>
          </a:p>
        </p:txBody>
      </p:sp>
      <p:cxnSp>
        <p:nvCxnSpPr>
          <p:cNvPr id="131" name="Соединитель: уступ 130">
            <a:extLst>
              <a:ext uri="{FF2B5EF4-FFF2-40B4-BE49-F238E27FC236}">
                <a16:creationId xmlns:a16="http://schemas.microsoft.com/office/drawing/2014/main" id="{08979552-9054-4200-BBB3-F1B888191031}"/>
              </a:ext>
            </a:extLst>
          </p:cNvPr>
          <p:cNvCxnSpPr>
            <a:cxnSpLocks/>
            <a:stCxn id="120" idx="3"/>
            <a:endCxn id="130" idx="1"/>
          </p:cNvCxnSpPr>
          <p:nvPr/>
        </p:nvCxnSpPr>
        <p:spPr>
          <a:xfrm flipV="1">
            <a:off x="3133367" y="5745307"/>
            <a:ext cx="206866" cy="290047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413458BD-647E-41AF-BE88-957EE380D2CB}"/>
              </a:ext>
            </a:extLst>
          </p:cNvPr>
          <p:cNvSpPr/>
          <p:nvPr/>
        </p:nvSpPr>
        <p:spPr>
          <a:xfrm>
            <a:off x="3340233" y="5899481"/>
            <a:ext cx="4629289" cy="169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Изменение доступных мощностей в сценарии</a:t>
            </a: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A86957F6-317D-4746-A25F-C3D8E8F44419}"/>
              </a:ext>
            </a:extLst>
          </p:cNvPr>
          <p:cNvCxnSpPr>
            <a:cxnSpLocks/>
            <a:stCxn id="120" idx="3"/>
            <a:endCxn id="132" idx="1"/>
          </p:cNvCxnSpPr>
          <p:nvPr/>
        </p:nvCxnSpPr>
        <p:spPr>
          <a:xfrm flipV="1">
            <a:off x="3133367" y="5984081"/>
            <a:ext cx="206866" cy="51273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DF362497-FB38-41FB-8342-015DA3977263}"/>
              </a:ext>
            </a:extLst>
          </p:cNvPr>
          <p:cNvSpPr/>
          <p:nvPr/>
        </p:nvSpPr>
        <p:spPr>
          <a:xfrm>
            <a:off x="3340233" y="6144263"/>
            <a:ext cx="4629289" cy="2653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Изменение скоростей производства в сценарии</a:t>
            </a:r>
          </a:p>
        </p:txBody>
      </p:sp>
      <p:cxnSp>
        <p:nvCxnSpPr>
          <p:cNvPr id="135" name="Соединитель: уступ 134">
            <a:extLst>
              <a:ext uri="{FF2B5EF4-FFF2-40B4-BE49-F238E27FC236}">
                <a16:creationId xmlns:a16="http://schemas.microsoft.com/office/drawing/2014/main" id="{04288145-A940-4E5B-9820-1E590E54BB79}"/>
              </a:ext>
            </a:extLst>
          </p:cNvPr>
          <p:cNvCxnSpPr>
            <a:cxnSpLocks/>
            <a:stCxn id="120" idx="3"/>
            <a:endCxn id="134" idx="1"/>
          </p:cNvCxnSpPr>
          <p:nvPr/>
        </p:nvCxnSpPr>
        <p:spPr>
          <a:xfrm>
            <a:off x="3133367" y="6035354"/>
            <a:ext cx="206866" cy="241600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BE56132-FC3D-4700-A1DC-0E334868134D}"/>
              </a:ext>
            </a:extLst>
          </p:cNvPr>
          <p:cNvSpPr/>
          <p:nvPr/>
        </p:nvSpPr>
        <p:spPr>
          <a:xfrm>
            <a:off x="3340233" y="6444408"/>
            <a:ext cx="4629289" cy="169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Изменение уровней запасов в сценарии</a:t>
            </a:r>
          </a:p>
        </p:txBody>
      </p:sp>
      <p:cxnSp>
        <p:nvCxnSpPr>
          <p:cNvPr id="137" name="Соединитель: уступ 136">
            <a:extLst>
              <a:ext uri="{FF2B5EF4-FFF2-40B4-BE49-F238E27FC236}">
                <a16:creationId xmlns:a16="http://schemas.microsoft.com/office/drawing/2014/main" id="{AE0F9DFF-4A8C-4C43-BB7B-F09ABCC6E8B3}"/>
              </a:ext>
            </a:extLst>
          </p:cNvPr>
          <p:cNvCxnSpPr>
            <a:cxnSpLocks/>
            <a:stCxn id="120" idx="3"/>
            <a:endCxn id="136" idx="1"/>
          </p:cNvCxnSpPr>
          <p:nvPr/>
        </p:nvCxnSpPr>
        <p:spPr>
          <a:xfrm>
            <a:off x="3133367" y="6035354"/>
            <a:ext cx="206866" cy="493654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78E74295-6EE9-430E-B635-CE49D0D432E0}"/>
              </a:ext>
            </a:extLst>
          </p:cNvPr>
          <p:cNvSpPr/>
          <p:nvPr/>
        </p:nvSpPr>
        <p:spPr>
          <a:xfrm>
            <a:off x="8190002" y="5365913"/>
            <a:ext cx="888865" cy="10589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Пересчет плана в сценарии</a:t>
            </a:r>
          </a:p>
        </p:txBody>
      </p:sp>
      <p:cxnSp>
        <p:nvCxnSpPr>
          <p:cNvPr id="139" name="Соединитель: уступ 138">
            <a:extLst>
              <a:ext uri="{FF2B5EF4-FFF2-40B4-BE49-F238E27FC236}">
                <a16:creationId xmlns:a16="http://schemas.microsoft.com/office/drawing/2014/main" id="{A6753991-6B5F-4636-9128-FAA72418CBB0}"/>
              </a:ext>
            </a:extLst>
          </p:cNvPr>
          <p:cNvCxnSpPr>
            <a:cxnSpLocks/>
            <a:stCxn id="122" idx="3"/>
            <a:endCxn id="138" idx="1"/>
          </p:cNvCxnSpPr>
          <p:nvPr/>
        </p:nvCxnSpPr>
        <p:spPr>
          <a:xfrm>
            <a:off x="7969522" y="5457346"/>
            <a:ext cx="220480" cy="438034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Соединитель: уступ 139">
            <a:extLst>
              <a:ext uri="{FF2B5EF4-FFF2-40B4-BE49-F238E27FC236}">
                <a16:creationId xmlns:a16="http://schemas.microsoft.com/office/drawing/2014/main" id="{4CF9B9FF-DD36-415F-B35A-6D122BA190FF}"/>
              </a:ext>
            </a:extLst>
          </p:cNvPr>
          <p:cNvCxnSpPr>
            <a:cxnSpLocks/>
            <a:stCxn id="136" idx="3"/>
            <a:endCxn id="138" idx="1"/>
          </p:cNvCxnSpPr>
          <p:nvPr/>
        </p:nvCxnSpPr>
        <p:spPr>
          <a:xfrm flipV="1">
            <a:off x="7969522" y="5895380"/>
            <a:ext cx="220480" cy="633628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Соединитель: уступ 140">
            <a:extLst>
              <a:ext uri="{FF2B5EF4-FFF2-40B4-BE49-F238E27FC236}">
                <a16:creationId xmlns:a16="http://schemas.microsoft.com/office/drawing/2014/main" id="{9C064ACD-CFFB-4C02-8A57-64A3CF6BA8FC}"/>
              </a:ext>
            </a:extLst>
          </p:cNvPr>
          <p:cNvCxnSpPr>
            <a:cxnSpLocks/>
            <a:stCxn id="130" idx="3"/>
            <a:endCxn id="138" idx="1"/>
          </p:cNvCxnSpPr>
          <p:nvPr/>
        </p:nvCxnSpPr>
        <p:spPr>
          <a:xfrm>
            <a:off x="7969522" y="5745307"/>
            <a:ext cx="220480" cy="150073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5998872C-8C35-4A1C-AFA4-B2BC3969287E}"/>
              </a:ext>
            </a:extLst>
          </p:cNvPr>
          <p:cNvCxnSpPr>
            <a:cxnSpLocks/>
            <a:stCxn id="132" idx="3"/>
            <a:endCxn id="138" idx="1"/>
          </p:cNvCxnSpPr>
          <p:nvPr/>
        </p:nvCxnSpPr>
        <p:spPr>
          <a:xfrm flipV="1">
            <a:off x="7969522" y="5895380"/>
            <a:ext cx="220480" cy="88701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Соединитель: уступ 142">
            <a:extLst>
              <a:ext uri="{FF2B5EF4-FFF2-40B4-BE49-F238E27FC236}">
                <a16:creationId xmlns:a16="http://schemas.microsoft.com/office/drawing/2014/main" id="{1B3D096E-1DD6-4EFA-ADDE-12FB9632BE26}"/>
              </a:ext>
            </a:extLst>
          </p:cNvPr>
          <p:cNvCxnSpPr>
            <a:cxnSpLocks/>
            <a:stCxn id="134" idx="3"/>
            <a:endCxn id="138" idx="1"/>
          </p:cNvCxnSpPr>
          <p:nvPr/>
        </p:nvCxnSpPr>
        <p:spPr>
          <a:xfrm flipV="1">
            <a:off x="7969522" y="5895380"/>
            <a:ext cx="220480" cy="381574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Соединитель: уступ 143">
            <a:extLst>
              <a:ext uri="{FF2B5EF4-FFF2-40B4-BE49-F238E27FC236}">
                <a16:creationId xmlns:a16="http://schemas.microsoft.com/office/drawing/2014/main" id="{3F4DBB5C-BA01-4EB6-A928-8F748450E365}"/>
              </a:ext>
            </a:extLst>
          </p:cNvPr>
          <p:cNvCxnSpPr>
            <a:cxnSpLocks/>
            <a:stCxn id="138" idx="0"/>
            <a:endCxn id="91" idx="2"/>
          </p:cNvCxnSpPr>
          <p:nvPr/>
        </p:nvCxnSpPr>
        <p:spPr>
          <a:xfrm rot="16200000" flipV="1">
            <a:off x="7625956" y="4357434"/>
            <a:ext cx="1499862" cy="517096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D0A47F6A-905E-49CA-A028-E25CF66A9E90}"/>
              </a:ext>
            </a:extLst>
          </p:cNvPr>
          <p:cNvSpPr txBox="1"/>
          <p:nvPr/>
        </p:nvSpPr>
        <p:spPr>
          <a:xfrm>
            <a:off x="410612" y="5031218"/>
            <a:ext cx="1153877" cy="584775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Формирование предупреждений SP после прогона планирования</a:t>
            </a:r>
          </a:p>
        </p:txBody>
      </p:sp>
      <p:cxnSp>
        <p:nvCxnSpPr>
          <p:cNvPr id="146" name="Соединитель: уступ 145">
            <a:extLst>
              <a:ext uri="{FF2B5EF4-FFF2-40B4-BE49-F238E27FC236}">
                <a16:creationId xmlns:a16="http://schemas.microsoft.com/office/drawing/2014/main" id="{F27D4E7A-C273-4507-8A0F-BCF687940691}"/>
              </a:ext>
            </a:extLst>
          </p:cNvPr>
          <p:cNvCxnSpPr>
            <a:cxnSpLocks/>
            <a:stCxn id="91" idx="3"/>
            <a:endCxn id="160" idx="1"/>
          </p:cNvCxnSpPr>
          <p:nvPr/>
        </p:nvCxnSpPr>
        <p:spPr>
          <a:xfrm>
            <a:off x="8732939" y="3589052"/>
            <a:ext cx="744479" cy="1289814"/>
          </a:xfrm>
          <a:prstGeom prst="bentConnector3">
            <a:avLst>
              <a:gd name="adj1" fmla="val 50000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809DE7E8-7153-4DCE-A25D-5189DA73EA25}"/>
              </a:ext>
            </a:extLst>
          </p:cNvPr>
          <p:cNvSpPr/>
          <p:nvPr/>
        </p:nvSpPr>
        <p:spPr>
          <a:xfrm>
            <a:off x="9595429" y="3510817"/>
            <a:ext cx="2232000" cy="46576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Передача ограниченного прогноза в DP</a:t>
            </a: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01B42448-B55D-4974-88FC-FAD7326E9C01}"/>
              </a:ext>
            </a:extLst>
          </p:cNvPr>
          <p:cNvSpPr/>
          <p:nvPr/>
        </p:nvSpPr>
        <p:spPr>
          <a:xfrm>
            <a:off x="9595429" y="4307690"/>
            <a:ext cx="2232000" cy="39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Публикация плановых заказов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1F65924-5108-4C26-BD2F-62D6ED29FB85}"/>
              </a:ext>
            </a:extLst>
          </p:cNvPr>
          <p:cNvSpPr/>
          <p:nvPr/>
        </p:nvSpPr>
        <p:spPr>
          <a:xfrm>
            <a:off x="9595429" y="4951555"/>
            <a:ext cx="2232000" cy="39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Публикация заявок на закупку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275EA05E-FD83-447B-8308-A0D1BBAF68E9}"/>
              </a:ext>
            </a:extLst>
          </p:cNvPr>
          <p:cNvSpPr/>
          <p:nvPr/>
        </p:nvSpPr>
        <p:spPr>
          <a:xfrm>
            <a:off x="9595429" y="5659748"/>
            <a:ext cx="2232000" cy="39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Публикация заявок на перемещение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AF41D3C-1D27-477D-8640-7658E2D36CB8}"/>
              </a:ext>
            </a:extLst>
          </p:cNvPr>
          <p:cNvSpPr txBox="1"/>
          <p:nvPr/>
        </p:nvSpPr>
        <p:spPr>
          <a:xfrm>
            <a:off x="9487614" y="3963663"/>
            <a:ext cx="2447630" cy="35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Ограниченный прогноз продаж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Выгрузка в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DP 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4E47885-A091-4E31-AF36-271D75273020}"/>
              </a:ext>
            </a:extLst>
          </p:cNvPr>
          <p:cNvSpPr txBox="1"/>
          <p:nvPr/>
        </p:nvSpPr>
        <p:spPr>
          <a:xfrm>
            <a:off x="9487614" y="4707671"/>
            <a:ext cx="2447630" cy="22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производства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Выгрузка в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PS 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0925B40-C15E-489D-B20E-12B801C669CB}"/>
              </a:ext>
            </a:extLst>
          </p:cNvPr>
          <p:cNvSpPr txBox="1"/>
          <p:nvPr/>
        </p:nvSpPr>
        <p:spPr>
          <a:xfrm>
            <a:off x="9487614" y="5320729"/>
            <a:ext cx="2447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Потребность в критическом сырье</a:t>
            </a:r>
            <a:b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-&gt;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Выгрузка в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MRP 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73FDC8-B2E0-45D5-8E88-3088AF323396}"/>
              </a:ext>
            </a:extLst>
          </p:cNvPr>
          <p:cNvSpPr txBox="1"/>
          <p:nvPr/>
        </p:nvSpPr>
        <p:spPr>
          <a:xfrm>
            <a:off x="9487614" y="6049965"/>
            <a:ext cx="2447630" cy="22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перемещений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-&gt;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Выгрузка в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ERP 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CA5CAA9-ABBE-43FE-9597-D83388197494}"/>
              </a:ext>
            </a:extLst>
          </p:cNvPr>
          <p:cNvSpPr txBox="1"/>
          <p:nvPr/>
        </p:nvSpPr>
        <p:spPr>
          <a:xfrm>
            <a:off x="200379" y="1169335"/>
            <a:ext cx="1488161" cy="1077218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Ограниченный план продаж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производства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План перемещений (драфт)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Потребность в критическом сырье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C7ECBC4-7F9B-4BA9-8426-515187D24849}"/>
              </a:ext>
            </a:extLst>
          </p:cNvPr>
          <p:cNvSpPr txBox="1"/>
          <p:nvPr/>
        </p:nvSpPr>
        <p:spPr>
          <a:xfrm>
            <a:off x="9338049" y="3222455"/>
            <a:ext cx="2705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Публикация планов</a:t>
            </a:r>
          </a:p>
        </p:txBody>
      </p:sp>
      <p:cxnSp>
        <p:nvCxnSpPr>
          <p:cNvPr id="157" name="Прямая со стрелкой 156">
            <a:extLst>
              <a:ext uri="{FF2B5EF4-FFF2-40B4-BE49-F238E27FC236}">
                <a16:creationId xmlns:a16="http://schemas.microsoft.com/office/drawing/2014/main" id="{2C227CC2-8D62-4C55-ADDA-16960C4F1AE8}"/>
              </a:ext>
            </a:extLst>
          </p:cNvPr>
          <p:cNvCxnSpPr>
            <a:cxnSpLocks/>
          </p:cNvCxnSpPr>
          <p:nvPr/>
        </p:nvCxnSpPr>
        <p:spPr>
          <a:xfrm flipV="1">
            <a:off x="1699363" y="1512980"/>
            <a:ext cx="495513" cy="0"/>
          </a:xfrm>
          <a:prstGeom prst="straightConnector1">
            <a:avLst/>
          </a:prstGeom>
          <a:ln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2C40FA4A-882A-4CF3-8860-36BE6D130537}"/>
              </a:ext>
            </a:extLst>
          </p:cNvPr>
          <p:cNvSpPr txBox="1"/>
          <p:nvPr/>
        </p:nvSpPr>
        <p:spPr>
          <a:xfrm>
            <a:off x="1568311" y="4896533"/>
            <a:ext cx="688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Предупреждение по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Over Stock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cxnSp>
        <p:nvCxnSpPr>
          <p:cNvPr id="159" name="Соединитель: уступ 158">
            <a:extLst>
              <a:ext uri="{FF2B5EF4-FFF2-40B4-BE49-F238E27FC236}">
                <a16:creationId xmlns:a16="http://schemas.microsoft.com/office/drawing/2014/main" id="{060AC6D6-B28C-40E2-8BA9-D23FF8BBD542}"/>
              </a:ext>
            </a:extLst>
          </p:cNvPr>
          <p:cNvCxnSpPr>
            <a:cxnSpLocks/>
            <a:stCxn id="129" idx="3"/>
            <a:endCxn id="120" idx="1"/>
          </p:cNvCxnSpPr>
          <p:nvPr/>
        </p:nvCxnSpPr>
        <p:spPr>
          <a:xfrm flipV="1">
            <a:off x="980451" y="6035354"/>
            <a:ext cx="1267656" cy="234433"/>
          </a:xfrm>
          <a:prstGeom prst="bentConnector3">
            <a:avLst>
              <a:gd name="adj1" fmla="val 72041"/>
            </a:avLst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0A2FFAAE-55B1-429B-93F6-6940CFEE8D70}"/>
              </a:ext>
            </a:extLst>
          </p:cNvPr>
          <p:cNvSpPr/>
          <p:nvPr/>
        </p:nvSpPr>
        <p:spPr>
          <a:xfrm>
            <a:off x="9477418" y="3487946"/>
            <a:ext cx="2454004" cy="27818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0298BBF5-DBAB-4672-9BA5-DEF0C934931B}"/>
              </a:ext>
            </a:extLst>
          </p:cNvPr>
          <p:cNvSpPr/>
          <p:nvPr/>
        </p:nvSpPr>
        <p:spPr>
          <a:xfrm>
            <a:off x="256756" y="2827776"/>
            <a:ext cx="8988844" cy="39232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4F97B0B5-1B2D-4727-BE3B-7C7BCD591D59}"/>
              </a:ext>
            </a:extLst>
          </p:cNvPr>
          <p:cNvSpPr/>
          <p:nvPr/>
        </p:nvSpPr>
        <p:spPr>
          <a:xfrm>
            <a:off x="110067" y="1095299"/>
            <a:ext cx="11821355" cy="13710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D15C930-980D-C591-8794-701258A57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377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Расчёт плана пополнения 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DRP/Deployment) + </a:t>
            </a:r>
            <a:r>
              <a:rPr lang="ru-RU" dirty="0" err="1"/>
              <a:t>Транспортбилдер</a:t>
            </a:r>
            <a:endParaRPr lang="ru-RU" dirty="0"/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0EA919A7-BF80-4762-8A48-D0236D4E46B5}"/>
              </a:ext>
            </a:extLst>
          </p:cNvPr>
          <p:cNvSpPr/>
          <p:nvPr/>
        </p:nvSpPr>
        <p:spPr>
          <a:xfrm>
            <a:off x="4136557" y="2971794"/>
            <a:ext cx="1620000" cy="9476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Расчет плана пополнения/ распределения (</a:t>
            </a:r>
            <a:r>
              <a:rPr kumimoji="0" lang="ru-RU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деплоймент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16174789-6731-4A30-AEDE-86D623630E26}"/>
              </a:ext>
            </a:extLst>
          </p:cNvPr>
          <p:cNvSpPr/>
          <p:nvPr/>
        </p:nvSpPr>
        <p:spPr>
          <a:xfrm>
            <a:off x="3993599" y="2726267"/>
            <a:ext cx="8029441" cy="1896533"/>
          </a:xfrm>
          <a:prstGeom prst="rect">
            <a:avLst/>
          </a:prstGeom>
          <a:noFill/>
          <a:ln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68C9AB-9AF1-4BCE-88AA-85E142DF9E27}"/>
              </a:ext>
            </a:extLst>
          </p:cNvPr>
          <p:cNvSpPr txBox="1"/>
          <p:nvPr/>
        </p:nvSpPr>
        <p:spPr>
          <a:xfrm>
            <a:off x="284463" y="1660671"/>
            <a:ext cx="3411943" cy="4016164"/>
          </a:xfrm>
          <a:prstGeom prst="rect">
            <a:avLst/>
          </a:prstGeom>
          <a:noFill/>
          <a:ln>
            <a:solidFill>
              <a:srgbClr val="A6A6A6"/>
            </a:solidFill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Скорректированный (открытый) прогноз продаж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Оперативный план производства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Открытые заказы клиентов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Мультисорсинг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Ограничения ресурсов по персоналу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Лид тайм транспортировки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Матрицы перемещений SKU\РЦ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 поставки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Размещенные заказы (PO)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Плановые приходы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 поставки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Матрицы перемещений SKU\НДЦ\РЦ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Уровни СЗ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Мин. Партии на транспортировку и кратности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Ограничения по пропускной способности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ОСГ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Ограничения по пропускной способности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Лид тайм транспортировки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Аллокация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33C90330-E92D-4C6D-BD54-ED921390D41E}"/>
              </a:ext>
            </a:extLst>
          </p:cNvPr>
          <p:cNvSpPr/>
          <p:nvPr/>
        </p:nvSpPr>
        <p:spPr>
          <a:xfrm>
            <a:off x="6163606" y="2971794"/>
            <a:ext cx="1618322" cy="9476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Формирование рекомендаций с учетом параметров нагрузки на транспорт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047B851-614C-429A-B0CA-6D4B473C3D6C}"/>
              </a:ext>
            </a:extLst>
          </p:cNvPr>
          <p:cNvSpPr txBox="1"/>
          <p:nvPr/>
        </p:nvSpPr>
        <p:spPr>
          <a:xfrm>
            <a:off x="4100264" y="3921886"/>
            <a:ext cx="1681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План пополнения по дням</a:t>
            </a:r>
          </a:p>
        </p:txBody>
      </p: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87929472-13C4-480B-815F-91947BDAEE94}"/>
              </a:ext>
            </a:extLst>
          </p:cNvPr>
          <p:cNvCxnSpPr>
            <a:cxnSpLocks/>
            <a:stCxn id="103" idx="3"/>
            <a:endCxn id="106" idx="1"/>
          </p:cNvCxnSpPr>
          <p:nvPr/>
        </p:nvCxnSpPr>
        <p:spPr>
          <a:xfrm>
            <a:off x="5756557" y="3445639"/>
            <a:ext cx="407049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97F1E07-1510-4C3C-937C-28C09E353C10}"/>
              </a:ext>
            </a:extLst>
          </p:cNvPr>
          <p:cNvSpPr txBox="1"/>
          <p:nvPr/>
        </p:nvSpPr>
        <p:spPr>
          <a:xfrm>
            <a:off x="6108580" y="3921886"/>
            <a:ext cx="16183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Схема загрузки транспортных средств (драфт)</a:t>
            </a: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03B1727-F870-4A48-9B54-D9A34DDC9CD3}"/>
              </a:ext>
            </a:extLst>
          </p:cNvPr>
          <p:cNvSpPr/>
          <p:nvPr/>
        </p:nvSpPr>
        <p:spPr>
          <a:xfrm>
            <a:off x="8188977" y="2971796"/>
            <a:ext cx="1620000" cy="9476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Корректировки рекомендаций (заявок на перемещение)</a:t>
            </a:r>
          </a:p>
        </p:txBody>
      </p: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5F0D57B4-5CB5-4F76-9996-74C8CF8BE81B}"/>
              </a:ext>
            </a:extLst>
          </p:cNvPr>
          <p:cNvCxnSpPr>
            <a:cxnSpLocks/>
            <a:stCxn id="106" idx="3"/>
            <a:endCxn id="110" idx="1"/>
          </p:cNvCxnSpPr>
          <p:nvPr/>
        </p:nvCxnSpPr>
        <p:spPr>
          <a:xfrm>
            <a:off x="7781928" y="3445639"/>
            <a:ext cx="407049" cy="1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C25B29B1-E926-4E1B-97F1-366E3C247EFA}"/>
              </a:ext>
            </a:extLst>
          </p:cNvPr>
          <p:cNvSpPr/>
          <p:nvPr/>
        </p:nvSpPr>
        <p:spPr>
          <a:xfrm>
            <a:off x="10216025" y="2971796"/>
            <a:ext cx="1620000" cy="94768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Публикация рекомендаций (заявок на перемещение)</a:t>
            </a:r>
          </a:p>
        </p:txBody>
      </p: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C852AA03-CCB6-48A7-B79B-07D8FB06F5F4}"/>
              </a:ext>
            </a:extLst>
          </p:cNvPr>
          <p:cNvCxnSpPr>
            <a:cxnSpLocks/>
            <a:stCxn id="110" idx="3"/>
            <a:endCxn id="113" idx="1"/>
          </p:cNvCxnSpPr>
          <p:nvPr/>
        </p:nvCxnSpPr>
        <p:spPr>
          <a:xfrm>
            <a:off x="9808977" y="3445640"/>
            <a:ext cx="407048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19175D1-B54E-4EF8-A8FB-54C10BE5DCC7}"/>
              </a:ext>
            </a:extLst>
          </p:cNvPr>
          <p:cNvSpPr txBox="1"/>
          <p:nvPr/>
        </p:nvSpPr>
        <p:spPr>
          <a:xfrm>
            <a:off x="10216026" y="3921886"/>
            <a:ext cx="16183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Схема загрузки транспортных средств</a:t>
            </a:r>
          </a:p>
        </p:txBody>
      </p:sp>
      <p:cxnSp>
        <p:nvCxnSpPr>
          <p:cNvPr id="163" name="Прямая со стрелкой 162">
            <a:extLst>
              <a:ext uri="{FF2B5EF4-FFF2-40B4-BE49-F238E27FC236}">
                <a16:creationId xmlns:a16="http://schemas.microsoft.com/office/drawing/2014/main" id="{7EB80B8D-FF19-4BF0-916C-4F7401EE6084}"/>
              </a:ext>
            </a:extLst>
          </p:cNvPr>
          <p:cNvCxnSpPr>
            <a:cxnSpLocks/>
            <a:stCxn id="105" idx="3"/>
            <a:endCxn id="104" idx="1"/>
          </p:cNvCxnSpPr>
          <p:nvPr/>
        </p:nvCxnSpPr>
        <p:spPr>
          <a:xfrm>
            <a:off x="3696406" y="3668753"/>
            <a:ext cx="297193" cy="5781"/>
          </a:xfrm>
          <a:prstGeom prst="straightConnector1">
            <a:avLst/>
          </a:prstGeom>
          <a:ln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36FD095-0D54-4038-AB48-789069839CC6}"/>
              </a:ext>
            </a:extLst>
          </p:cNvPr>
          <p:cNvSpPr txBox="1"/>
          <p:nvPr/>
        </p:nvSpPr>
        <p:spPr>
          <a:xfrm>
            <a:off x="5612131" y="2378551"/>
            <a:ext cx="4746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Расчет плана пополнения/распределения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6C6F662-AE68-2EDD-0107-A16E7EADB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93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Plan theme (May 2023)">
  <a:themeElements>
    <a:clrScheme name="InPla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D00FF"/>
      </a:accent1>
      <a:accent2>
        <a:srgbClr val="E935FB"/>
      </a:accent2>
      <a:accent3>
        <a:srgbClr val="FF9A3B"/>
      </a:accent3>
      <a:accent4>
        <a:srgbClr val="FD2956"/>
      </a:accent4>
      <a:accent5>
        <a:srgbClr val="949598"/>
      </a:accent5>
      <a:accent6>
        <a:srgbClr val="FFFFFF"/>
      </a:accent6>
      <a:hlink>
        <a:srgbClr val="48007F"/>
      </a:hlink>
      <a:folHlink>
        <a:srgbClr val="BC65FF"/>
      </a:folHlink>
    </a:clrScheme>
    <a:fontScheme name="In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nPlan theme (May 2023)">
  <a:themeElements>
    <a:clrScheme name="InPla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D00FF"/>
      </a:accent1>
      <a:accent2>
        <a:srgbClr val="E935FB"/>
      </a:accent2>
      <a:accent3>
        <a:srgbClr val="FF9A3B"/>
      </a:accent3>
      <a:accent4>
        <a:srgbClr val="FD2956"/>
      </a:accent4>
      <a:accent5>
        <a:srgbClr val="949598"/>
      </a:accent5>
      <a:accent6>
        <a:srgbClr val="FFFFFF"/>
      </a:accent6>
      <a:hlink>
        <a:srgbClr val="48007F"/>
      </a:hlink>
      <a:folHlink>
        <a:srgbClr val="BC65FF"/>
      </a:folHlink>
    </a:clrScheme>
    <a:fontScheme name="In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nPlan">
    <a:dk1>
      <a:srgbClr val="000000"/>
    </a:dk1>
    <a:lt1>
      <a:srgbClr val="FFFFFF"/>
    </a:lt1>
    <a:dk2>
      <a:srgbClr val="000000"/>
    </a:dk2>
    <a:lt2>
      <a:srgbClr val="FFFFFF"/>
    </a:lt2>
    <a:accent1>
      <a:srgbClr val="AD00FF"/>
    </a:accent1>
    <a:accent2>
      <a:srgbClr val="E935FB"/>
    </a:accent2>
    <a:accent3>
      <a:srgbClr val="FF9A3B"/>
    </a:accent3>
    <a:accent4>
      <a:srgbClr val="FD2956"/>
    </a:accent4>
    <a:accent5>
      <a:srgbClr val="949598"/>
    </a:accent5>
    <a:accent6>
      <a:srgbClr val="FFFFFF"/>
    </a:accent6>
    <a:hlink>
      <a:srgbClr val="48007F"/>
    </a:hlink>
    <a:folHlink>
      <a:srgbClr val="BC65FF"/>
    </a:folHlink>
  </a:clrScheme>
</a:themeOverride>
</file>

<file path=ppt/theme/themeOverride2.xml><?xml version="1.0" encoding="utf-8"?>
<a:themeOverride xmlns:a="http://schemas.openxmlformats.org/drawingml/2006/main">
  <a:clrScheme name="InPlan">
    <a:dk1>
      <a:srgbClr val="000000"/>
    </a:dk1>
    <a:lt1>
      <a:srgbClr val="FFFFFF"/>
    </a:lt1>
    <a:dk2>
      <a:srgbClr val="000000"/>
    </a:dk2>
    <a:lt2>
      <a:srgbClr val="FFFFFF"/>
    </a:lt2>
    <a:accent1>
      <a:srgbClr val="AD00FF"/>
    </a:accent1>
    <a:accent2>
      <a:srgbClr val="E935FB"/>
    </a:accent2>
    <a:accent3>
      <a:srgbClr val="FF9A3B"/>
    </a:accent3>
    <a:accent4>
      <a:srgbClr val="FD2956"/>
    </a:accent4>
    <a:accent5>
      <a:srgbClr val="949598"/>
    </a:accent5>
    <a:accent6>
      <a:srgbClr val="FFFFFF"/>
    </a:accent6>
    <a:hlink>
      <a:srgbClr val="48007F"/>
    </a:hlink>
    <a:folHlink>
      <a:srgbClr val="BC65FF"/>
    </a:folHlink>
  </a:clrScheme>
</a:themeOverride>
</file>

<file path=ppt/theme/themeOverride3.xml><?xml version="1.0" encoding="utf-8"?>
<a:themeOverride xmlns:a="http://schemas.openxmlformats.org/drawingml/2006/main">
  <a:clrScheme name="InPlan">
    <a:dk1>
      <a:srgbClr val="000000"/>
    </a:dk1>
    <a:lt1>
      <a:srgbClr val="FFFFFF"/>
    </a:lt1>
    <a:dk2>
      <a:srgbClr val="000000"/>
    </a:dk2>
    <a:lt2>
      <a:srgbClr val="FFFFFF"/>
    </a:lt2>
    <a:accent1>
      <a:srgbClr val="AD00FF"/>
    </a:accent1>
    <a:accent2>
      <a:srgbClr val="E935FB"/>
    </a:accent2>
    <a:accent3>
      <a:srgbClr val="FF9A3B"/>
    </a:accent3>
    <a:accent4>
      <a:srgbClr val="FD2956"/>
    </a:accent4>
    <a:accent5>
      <a:srgbClr val="949598"/>
    </a:accent5>
    <a:accent6>
      <a:srgbClr val="FFFFFF"/>
    </a:accent6>
    <a:hlink>
      <a:srgbClr val="48007F"/>
    </a:hlink>
    <a:folHlink>
      <a:srgbClr val="BC65FF"/>
    </a:folHlink>
  </a:clrScheme>
</a:themeOverride>
</file>

<file path=ppt/theme/themeOverride4.xml><?xml version="1.0" encoding="utf-8"?>
<a:themeOverride xmlns:a="http://schemas.openxmlformats.org/drawingml/2006/main">
  <a:clrScheme name="InPlan">
    <a:dk1>
      <a:srgbClr val="000000"/>
    </a:dk1>
    <a:lt1>
      <a:srgbClr val="FFFFFF"/>
    </a:lt1>
    <a:dk2>
      <a:srgbClr val="000000"/>
    </a:dk2>
    <a:lt2>
      <a:srgbClr val="FFFFFF"/>
    </a:lt2>
    <a:accent1>
      <a:srgbClr val="AD00FF"/>
    </a:accent1>
    <a:accent2>
      <a:srgbClr val="E935FB"/>
    </a:accent2>
    <a:accent3>
      <a:srgbClr val="FF9A3B"/>
    </a:accent3>
    <a:accent4>
      <a:srgbClr val="FD2956"/>
    </a:accent4>
    <a:accent5>
      <a:srgbClr val="949598"/>
    </a:accent5>
    <a:accent6>
      <a:srgbClr val="FFFFFF"/>
    </a:accent6>
    <a:hlink>
      <a:srgbClr val="48007F"/>
    </a:hlink>
    <a:folHlink>
      <a:srgbClr val="BC65FF"/>
    </a:folHlink>
  </a:clrScheme>
</a:themeOverride>
</file>

<file path=ppt/theme/themeOverride5.xml><?xml version="1.0" encoding="utf-8"?>
<a:themeOverride xmlns:a="http://schemas.openxmlformats.org/drawingml/2006/main">
  <a:clrScheme name="InPlan">
    <a:dk1>
      <a:srgbClr val="000000"/>
    </a:dk1>
    <a:lt1>
      <a:srgbClr val="FFFFFF"/>
    </a:lt1>
    <a:dk2>
      <a:srgbClr val="000000"/>
    </a:dk2>
    <a:lt2>
      <a:srgbClr val="FFFFFF"/>
    </a:lt2>
    <a:accent1>
      <a:srgbClr val="AD00FF"/>
    </a:accent1>
    <a:accent2>
      <a:srgbClr val="E935FB"/>
    </a:accent2>
    <a:accent3>
      <a:srgbClr val="FF9A3B"/>
    </a:accent3>
    <a:accent4>
      <a:srgbClr val="FD2956"/>
    </a:accent4>
    <a:accent5>
      <a:srgbClr val="949598"/>
    </a:accent5>
    <a:accent6>
      <a:srgbClr val="FFFFFF"/>
    </a:accent6>
    <a:hlink>
      <a:srgbClr val="48007F"/>
    </a:hlink>
    <a:folHlink>
      <a:srgbClr val="BC65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E24BE1C18EC446A0A6753EAF99387A" ma:contentTypeVersion="2" ma:contentTypeDescription="Create a new document." ma:contentTypeScope="" ma:versionID="244f8366877dcdc5368c82b279a30f47">
  <xsd:schema xmlns:xsd="http://www.w3.org/2001/XMLSchema" xmlns:xs="http://www.w3.org/2001/XMLSchema" xmlns:p="http://schemas.microsoft.com/office/2006/metadata/properties" xmlns:ns2="25156473-9b09-46bd-9f23-506bdb3c47da" targetNamespace="http://schemas.microsoft.com/office/2006/metadata/properties" ma:root="true" ma:fieldsID="330c833d1991d6b4c2006b60abca9c89" ns2:_="">
    <xsd:import namespace="25156473-9b09-46bd-9f23-506bdb3c47d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56473-9b09-46bd-9f23-506bdb3c47d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EC2B09-943C-4C0B-BA66-1B665BB710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56473-9b09-46bd-9f23-506bdb3c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3B3749-97FD-4CC5-B7D2-35F9A52D81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88629E-F2EB-486B-AF4C-5CD4FF7F1366}">
  <ds:schemaRefs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25156473-9b09-46bd-9f23-506bdb3c47da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19456</TotalTime>
  <Words>1119</Words>
  <Application>Microsoft Office PowerPoint</Application>
  <PresentationFormat>Widescreen</PresentationFormat>
  <Paragraphs>227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Manrope</vt:lpstr>
      <vt:lpstr>Arial</vt:lpstr>
      <vt:lpstr>Montserrat</vt:lpstr>
      <vt:lpstr>Calibri</vt:lpstr>
      <vt:lpstr>Manrope ExtraLight</vt:lpstr>
      <vt:lpstr>InPlan theme (May 2023)</vt:lpstr>
      <vt:lpstr>1_InPlan theme (May 2023)</vt:lpstr>
      <vt:lpstr>Слайд think-cell</vt:lpstr>
      <vt:lpstr>PowerPoint Presentation</vt:lpstr>
      <vt:lpstr>Е2Е процесс</vt:lpstr>
      <vt:lpstr>Обогащение прогноза заказами</vt:lpstr>
      <vt:lpstr>Расчет объемных планов</vt:lpstr>
      <vt:lpstr>Анализ и корректировка результатов /Сценарное планирование</vt:lpstr>
      <vt:lpstr>Расчёт плана пополнения  (DRP/Deployment) + Транспортбилдер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Inplan</dc:subject>
  <dc:creator>Konstantin Maksimov</dc:creator>
  <cp:lastModifiedBy>Igor Dikinov</cp:lastModifiedBy>
  <cp:revision>834</cp:revision>
  <cp:lastPrinted>2023-04-17T11:43:21Z</cp:lastPrinted>
  <dcterms:created xsi:type="dcterms:W3CDTF">2022-08-31T23:54:59Z</dcterms:created>
  <dcterms:modified xsi:type="dcterms:W3CDTF">2026-08-24T16:43:56Z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0x01010083E24BE1C18EC446A0A6753EAF99387A</vt:lpwstr>
  </property>
</Properties>
</file>